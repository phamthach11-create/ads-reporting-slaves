
<file path=[Content_Types].xml><?xml version="1.0" encoding="utf-8"?>
<Types xmlns="http://schemas.openxmlformats.org/package/2006/content-types">
  <Default Extension="xlsx" ContentType="application/vnd.openxmlformats-officedocument.spreadsheetml.sheet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charts/chart3.xml" ContentType="application/vnd.openxmlformats-officedocument.drawingml.chart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  <p:sldMasterId id="2147483660" r:id="rId3"/>
  </p:sldMasterIdLst>
  <p:notesMasterIdLst>
    <p:notesMasterId r:id="rId5"/>
  </p:notesMasterIdLst>
  <p:sldIdLst>
    <p:sldId id="256" r:id="rId4"/>
    <p:sldId id="257" r:id="rId6"/>
    <p:sldId id="258" r:id="rId7"/>
    <p:sldId id="259" r:id="rId8"/>
    <p:sldId id="260" r:id="rId9"/>
    <p:sldId id="261" r:id="rId10"/>
    <p:sldId id="262" r:id="rId11"/>
    <p:sldId id="263" r:id="rId12"/>
    <p:sldId id="264" r:id="rId13"/>
    <p:sldId id="265" r:id="rId14"/>
    <p:sldId id="266" r:id="rId15"/>
  </p:sldIdLst>
  <p:sldSz cx="12192000" cy="6858000"/>
  <p:notesSz cx="68580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>
        <p:scale>
          <a:sx n="1" d="1"/>
          <a:sy n="1" d="1"/>
        </p:scale>
        <p:origin x="0" y="0"/>
      </p:cViewPr>
      <p:guideLst/>
    </p:cSldViewPr>
  </p:slideViewPr>
  <p:gridSpacing cx="76200" cy="76200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5.xml"/><Relationship Id="rId8" Type="http://schemas.openxmlformats.org/officeDocument/2006/relationships/slide" Target="slides/slide4.xml"/><Relationship Id="rId7" Type="http://schemas.openxmlformats.org/officeDocument/2006/relationships/slide" Target="slides/slide3.xml"/><Relationship Id="rId6" Type="http://schemas.openxmlformats.org/officeDocument/2006/relationships/slide" Target="slides/slide2.xml"/><Relationship Id="rId5" Type="http://schemas.openxmlformats.org/officeDocument/2006/relationships/notesMaster" Target="notesMasters/notesMaster1.xml"/><Relationship Id="rId4" Type="http://schemas.openxmlformats.org/officeDocument/2006/relationships/slide" Target="slides/slide1.xml"/><Relationship Id="rId3" Type="http://schemas.openxmlformats.org/officeDocument/2006/relationships/slideMaster" Target="slideMasters/slideMaster2.xml"/><Relationship Id="rId2" Type="http://schemas.openxmlformats.org/officeDocument/2006/relationships/theme" Target="theme/theme1.xml"/><Relationship Id="rId18" Type="http://schemas.openxmlformats.org/officeDocument/2006/relationships/tableStyles" Target="tableStyles.xml"/><Relationship Id="rId17" Type="http://schemas.openxmlformats.org/officeDocument/2006/relationships/viewProps" Target="viewProps.xml"/><Relationship Id="rId16" Type="http://schemas.openxmlformats.org/officeDocument/2006/relationships/presProps" Target="presProps.xml"/><Relationship Id="rId15" Type="http://schemas.openxmlformats.org/officeDocument/2006/relationships/slide" Target="slides/slide11.xml"/><Relationship Id="rId14" Type="http://schemas.openxmlformats.org/officeDocument/2006/relationships/slide" Target="slides/slide10.xml"/><Relationship Id="rId13" Type="http://schemas.openxmlformats.org/officeDocument/2006/relationships/slide" Target="slides/slide9.xml"/><Relationship Id="rId12" Type="http://schemas.openxmlformats.org/officeDocument/2006/relationships/slide" Target="slides/slide8.xml"/><Relationship Id="rId11" Type="http://schemas.openxmlformats.org/officeDocument/2006/relationships/slide" Target="slides/slide7.xml"/><Relationship Id="rId10" Type="http://schemas.openxmlformats.org/officeDocument/2006/relationships/slide" Target="slides/slide6.xml"/><Relationship Id="rId1" Type="http://schemas.openxmlformats.org/officeDocument/2006/relationships/slideMaster" Target="slideMasters/slideMaster1.xml"/></Relationships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Workbook1.xlsx"/></Relationships>
</file>

<file path=ppt/charts/_rels/chart2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Workbook2.xlsx"/></Relationships>
</file>

<file path=ppt/charts/_rels/chart3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Workbook3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zh-CN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0" vertOverflow="ellipsis" vert="horz" wrap="square" anchor="ctr" anchorCtr="1"/>
          <a:lstStyle/>
          <a:p>
            <a:pPr>
              <a:defRPr lang="en-US" sz="1800" b="1" i="0" u="none" strike="noStrike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pPr>
            <a:r>
              <a:rPr sz="1400" b="1" i="0" u="none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lt"/>
                <a:cs typeface="+mn-lt"/>
              </a:rPr>
              <a:t>User acquisition</a:t>
            </a:r>
            <a:endParaRPr sz="1400" b="1" i="0" u="none">
              <a:solidFill>
                <a:schemeClr val="tx1">
                  <a:lumMod val="75000"/>
                  <a:lumOff val="25000"/>
                </a:schemeClr>
              </a:solidFill>
              <a:latin typeface="+mn-lt"/>
              <a:ea typeface="+mn-lt"/>
              <a:cs typeface="+mn-lt"/>
            </a:endParaRPr>
          </a:p>
        </c:rich>
      </c:tx>
      <c:layout/>
      <c:overlay val="0"/>
    </c:title>
    <c:autoTitleDeleted val="0"/>
    <c:plotArea>
      <c:layout/>
      <c:pie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User acquisition</c:v>
                </c:pt>
              </c:strCache>
            </c:strRef>
          </c:tx>
          <c:explosion val="0"/>
          <c:dPt>
            <c:idx val="0"/>
            <c:bubble3D val="0"/>
            <c:spPr>
              <a:solidFill>
                <a:schemeClr val="accent6"/>
              </a:solidFill>
              <a:ln>
                <a:solidFill>
                  <a:schemeClr val="bg1"/>
                </a:solidFill>
              </a:ln>
            </c:spPr>
          </c:dPt>
          <c:dPt>
            <c:idx val="1"/>
            <c:bubble3D val="0"/>
            <c:spPr>
              <a:solidFill>
                <a:schemeClr val="accent5"/>
              </a:solidFill>
              <a:ln>
                <a:solidFill>
                  <a:schemeClr val="bg1"/>
                </a:solidFill>
              </a:ln>
            </c:spPr>
          </c:dPt>
          <c:dPt>
            <c:idx val="2"/>
            <c:bubble3D val="0"/>
            <c:spPr>
              <a:solidFill>
                <a:schemeClr val="accent4"/>
              </a:solidFill>
              <a:ln>
                <a:solidFill>
                  <a:schemeClr val="bg1"/>
                </a:solidFill>
              </a:ln>
            </c:spPr>
          </c:dPt>
          <c:dPt>
            <c:idx val="3"/>
            <c:bubble3D val="0"/>
            <c:spPr>
              <a:solidFill>
                <a:schemeClr val="accent6">
                  <a:lumMod val="60000"/>
                </a:schemeClr>
              </a:solidFill>
              <a:ln>
                <a:solidFill>
                  <a:schemeClr val="bg1"/>
                </a:solidFill>
              </a:ln>
            </c:spPr>
          </c:dPt>
          <c:dLbls>
            <c:spPr>
              <a:noFill/>
              <a:ln>
                <a:noFill/>
              </a:ln>
              <a:effectLst/>
            </c:spPr>
            <c:txPr>
              <a:bodyPr rot="0" spcFirstLastPara="0" vertOverflow="ellipsis" vert="horz" wrap="square" lIns="38100" tIns="19050" rIns="38100" bIns="19050" anchor="ctr" anchorCtr="1"/>
              <a:lstStyle/>
              <a:p>
                <a:pPr>
                  <a:defRPr lang="en-US" sz="1000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lt"/>
                    <a:cs typeface="+mn-lt"/>
                  </a:defRPr>
                </a:pPr>
              </a:p>
            </c:txPr>
            <c:dLblPos val="bestFit"/>
            <c:showLegendKey val="0"/>
            <c:showVal val="1"/>
            <c:showCatName val="0"/>
            <c:showSerName val="0"/>
            <c:showPercent val="1"/>
            <c:showBubbleSize val="0"/>
            <c:showLeaderLines val="1"/>
            <c:extLst>
              <c:ext xmlns:c15="http://schemas.microsoft.com/office/drawing/2012/chart" uri="{CE6537A1-D6FC-4f65-9D91-7224C49458BB}">
                <c15:layout/>
                <c15:showLeaderLines val="1"/>
                <c15:leaderLines/>
              </c:ext>
            </c:extLst>
          </c:dLbls>
          <c:cat>
            <c:strRef>
              <c:f>Sheet1!$A$2:$A$5</c:f>
              <c:strCache>
                <c:ptCount val="4"/>
                <c:pt idx="0">
                  <c:v>google / cpc</c:v>
                </c:pt>
                <c:pt idx="1">
                  <c:v>(direct) / (none)</c:v>
                </c:pt>
                <c:pt idx="2">
                  <c:v>(data not available)</c:v>
                </c:pt>
                <c:pt idx="3">
                  <c:v>Other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944</c:v>
                </c:pt>
                <c:pt idx="1">
                  <c:v>84</c:v>
                </c:pt>
                <c:pt idx="2">
                  <c:v>15</c:v>
                </c:pt>
                <c:pt idx="3">
                  <c:v>17</c:v>
                </c:pt>
              </c:numCache>
            </c:numRef>
          </c:val>
        </c:ser>
        <c:dLbls>
          <c:showLegendKey val="0"/>
          <c:showVal val="1"/>
          <c:showCatName val="0"/>
          <c:showSerName val="0"/>
          <c:showPercent val="1"/>
          <c:showBubbleSize val="0"/>
          <c:showLeaderLines val="1"/>
        </c:dLbls>
        <c:firstSliceAng val="0"/>
      </c:pieChart>
      <c:spPr>
        <a:noFill/>
        <a:ln>
          <a:noFill/>
        </a:ln>
      </c:spPr>
    </c:plotArea>
    <c:legend>
      <c:legendPos val="t"/>
      <c:layout/>
      <c:overlay val="0"/>
      <c:spPr>
        <a:noFill/>
      </c:spPr>
      <c:txPr>
        <a:bodyPr rot="0" spcFirstLastPara="0" vertOverflow="ellipsis" vert="horz" wrap="square" anchor="ctr" anchorCtr="1"/>
        <a:lstStyle/>
        <a:p>
          <a:pPr>
            <a:defRPr lang="en-US" sz="900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lt"/>
              <a:cs typeface="+mn-lt"/>
            </a:defRPr>
          </a:pPr>
        </a:p>
      </c:txPr>
    </c:legend>
    <c:plotVisOnly val="1"/>
    <c:dispBlanksAs val="gap"/>
    <c:showDLblsOverMax val="0"/>
    <c:extLst>
      <c:ext uri="{0b15fc19-7d7d-44ad-8c2d-2c3a37ce22c3}">
        <chartProps xmlns="https://web.wps.cn/et/2018/main" chartId="{f49a09b4-6488-426e-aac1-8b3bfc862374}"/>
      </c:ext>
    </c:extLst>
  </c:chart>
  <c:spPr>
    <a:noFill/>
    <a:ln>
      <a:noFill/>
    </a:ln>
  </c:spPr>
  <c:txPr>
    <a:bodyPr/>
    <a:lstStyle/>
    <a:p>
      <a:pPr>
        <a:defRPr lang="en-US"/>
      </a:pPr>
    </a:p>
  </c:tx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zh-CN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0" vertOverflow="ellipsis" vert="horz" wrap="square" anchor="ctr" anchorCtr="1"/>
          <a:lstStyle/>
          <a:p>
            <a:pPr>
              <a:defRPr lang="en-US" sz="1800" b="1" i="0" u="none" strike="noStrike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pPr>
            <a:r>
              <a:rPr sz="1400" b="1" i="0" u="none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lt"/>
                <a:cs typeface="+mn-lt"/>
              </a:rPr>
              <a:t>Session acquisition</a:t>
            </a:r>
            <a:endParaRPr sz="1400" b="1" i="0" u="none">
              <a:solidFill>
                <a:schemeClr val="tx1">
                  <a:lumMod val="75000"/>
                  <a:lumOff val="25000"/>
                </a:schemeClr>
              </a:solidFill>
              <a:latin typeface="+mn-lt"/>
              <a:ea typeface="+mn-lt"/>
              <a:cs typeface="+mn-lt"/>
            </a:endParaRPr>
          </a:p>
        </c:rich>
      </c:tx>
      <c:layout/>
      <c:overlay val="0"/>
    </c:title>
    <c:autoTitleDeleted val="0"/>
    <c:plotArea>
      <c:layout/>
      <c:pie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Session acquisition</c:v>
                </c:pt>
              </c:strCache>
            </c:strRef>
          </c:tx>
          <c:explosion val="0"/>
          <c:dPt>
            <c:idx val="0"/>
            <c:bubble3D val="0"/>
            <c:spPr>
              <a:solidFill>
                <a:schemeClr val="accent6"/>
              </a:solidFill>
              <a:ln>
                <a:solidFill>
                  <a:schemeClr val="bg1"/>
                </a:solidFill>
              </a:ln>
            </c:spPr>
          </c:dPt>
          <c:dPt>
            <c:idx val="1"/>
            <c:bubble3D val="0"/>
            <c:spPr>
              <a:solidFill>
                <a:schemeClr val="accent5"/>
              </a:solidFill>
              <a:ln>
                <a:solidFill>
                  <a:schemeClr val="bg1"/>
                </a:solidFill>
              </a:ln>
            </c:spPr>
          </c:dPt>
          <c:dPt>
            <c:idx val="2"/>
            <c:bubble3D val="0"/>
            <c:spPr>
              <a:solidFill>
                <a:schemeClr val="accent4"/>
              </a:solidFill>
              <a:ln>
                <a:solidFill>
                  <a:schemeClr val="bg1"/>
                </a:solidFill>
              </a:ln>
            </c:spPr>
          </c:dPt>
          <c:dPt>
            <c:idx val="3"/>
            <c:bubble3D val="0"/>
            <c:spPr>
              <a:solidFill>
                <a:schemeClr val="accent6">
                  <a:lumMod val="60000"/>
                </a:schemeClr>
              </a:solidFill>
              <a:ln>
                <a:solidFill>
                  <a:schemeClr val="bg1"/>
                </a:solidFill>
              </a:ln>
            </c:spPr>
          </c:dPt>
          <c:dLbls>
            <c:spPr>
              <a:noFill/>
              <a:ln>
                <a:noFill/>
              </a:ln>
              <a:effectLst/>
            </c:spPr>
            <c:txPr>
              <a:bodyPr rot="0" spcFirstLastPara="0" vertOverflow="ellipsis" vert="horz" wrap="square" lIns="38100" tIns="19050" rIns="38100" bIns="19050" anchor="ctr" anchorCtr="1"/>
              <a:lstStyle/>
              <a:p>
                <a:pPr>
                  <a:defRPr lang="en-US" sz="1000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lt"/>
                    <a:cs typeface="+mn-lt"/>
                  </a:defRPr>
                </a:pPr>
              </a:p>
            </c:txPr>
            <c:dLblPos val="bestFit"/>
            <c:showLegendKey val="0"/>
            <c:showVal val="1"/>
            <c:showCatName val="0"/>
            <c:showSerName val="0"/>
            <c:showPercent val="1"/>
            <c:showBubbleSize val="0"/>
            <c:showLeaderLines val="1"/>
            <c:extLst>
              <c:ext xmlns:c15="http://schemas.microsoft.com/office/drawing/2012/chart" uri="{CE6537A1-D6FC-4f65-9D91-7224C49458BB}">
                <c15:layout/>
                <c15:showLeaderLines val="1"/>
                <c15:leaderLines/>
              </c:ext>
            </c:extLst>
          </c:dLbls>
          <c:cat>
            <c:strRef>
              <c:f>Sheet1!$A$2:$A$5</c:f>
              <c:strCache>
                <c:ptCount val="4"/>
                <c:pt idx="0">
                  <c:v>google / cpc</c:v>
                </c:pt>
                <c:pt idx="1">
                  <c:v>(direct) / (none)</c:v>
                </c:pt>
                <c:pt idx="2">
                  <c:v>google / organic</c:v>
                </c:pt>
                <c:pt idx="3">
                  <c:v>Other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1055</c:v>
                </c:pt>
                <c:pt idx="1">
                  <c:v>98</c:v>
                </c:pt>
                <c:pt idx="2">
                  <c:v>16</c:v>
                </c:pt>
                <c:pt idx="3">
                  <c:v>26</c:v>
                </c:pt>
              </c:numCache>
            </c:numRef>
          </c:val>
        </c:ser>
        <c:dLbls>
          <c:showLegendKey val="0"/>
          <c:showVal val="1"/>
          <c:showCatName val="0"/>
          <c:showSerName val="0"/>
          <c:showPercent val="1"/>
          <c:showBubbleSize val="0"/>
          <c:showLeaderLines val="1"/>
        </c:dLbls>
        <c:firstSliceAng val="0"/>
      </c:pieChart>
      <c:spPr>
        <a:noFill/>
        <a:ln>
          <a:noFill/>
        </a:ln>
      </c:spPr>
    </c:plotArea>
    <c:legend>
      <c:legendPos val="t"/>
      <c:layout/>
      <c:overlay val="0"/>
      <c:spPr>
        <a:noFill/>
      </c:spPr>
      <c:txPr>
        <a:bodyPr rot="0" spcFirstLastPara="0" vertOverflow="ellipsis" vert="horz" wrap="square" anchor="ctr" anchorCtr="1"/>
        <a:lstStyle/>
        <a:p>
          <a:pPr>
            <a:defRPr lang="en-US" sz="900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lt"/>
              <a:cs typeface="+mn-lt"/>
            </a:defRPr>
          </a:pPr>
        </a:p>
      </c:txPr>
    </c:legend>
    <c:plotVisOnly val="1"/>
    <c:dispBlanksAs val="gap"/>
    <c:showDLblsOverMax val="0"/>
    <c:extLst>
      <c:ext uri="{0b15fc19-7d7d-44ad-8c2d-2c3a37ce22c3}">
        <chartProps xmlns="https://web.wps.cn/et/2018/main" chartId="{5c14e5f1-2b14-42dd-bbc0-cd1e0ba2a49d}"/>
      </c:ext>
    </c:extLst>
  </c:chart>
  <c:spPr>
    <a:noFill/>
    <a:ln>
      <a:noFill/>
    </a:ln>
  </c:spPr>
  <c:txPr>
    <a:bodyPr/>
    <a:lstStyle/>
    <a:p>
      <a:pPr>
        <a:defRPr lang="en-US"/>
      </a:pPr>
    </a:p>
  </c:tx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zh-CN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0" vertOverflow="ellipsis" vert="horz" wrap="square" anchor="ctr" anchorCtr="1"/>
          <a:lstStyle/>
          <a:p>
            <a:pPr>
              <a:defRPr lang="en-US" sz="1800" b="1" i="0" u="none" strike="noStrike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pPr>
            <a:r>
              <a:rPr sz="1400" b="0" i="0" u="none">
                <a:solidFill>
                  <a:schemeClr val="tx1">
                    <a:lumMod val="75000"/>
                    <a:lumOff val="25000"/>
                  </a:schemeClr>
                </a:solidFill>
                <a:latin typeface="Microsoft YaHei" panose="020B0503020204020204" charset="-122"/>
                <a:ea typeface="Microsoft YaHei" panose="020B0503020204020204" charset="-122"/>
                <a:cs typeface="Microsoft YaHei" panose="020B0503020204020204" charset="-122"/>
              </a:rPr>
              <a:t>Pelican regional performance</a:t>
            </a:r>
            <a:endParaRPr sz="1400" b="0" i="0" u="none">
              <a:solidFill>
                <a:schemeClr val="tx1">
                  <a:lumMod val="75000"/>
                  <a:lumOff val="25000"/>
                </a:schemeClr>
              </a:solidFill>
              <a:latin typeface="Microsoft YaHei" panose="020B0503020204020204" charset="-122"/>
              <a:ea typeface="Microsoft YaHei" panose="020B0503020204020204" charset="-122"/>
              <a:cs typeface="Microsoft YaHei" panose="020B0503020204020204" charset="-122"/>
            </a:endParaRPr>
          </a:p>
        </c:rich>
      </c:tx>
      <c:layout/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Cost</c:v>
                </c:pt>
              </c:strCache>
            </c:strRef>
          </c:tx>
          <c:spPr>
            <a:solidFill>
              <a:schemeClr val="accent1"/>
            </a:solidFill>
            <a:ln>
              <a:noFill/>
            </a:ln>
          </c:spPr>
          <c:invertIfNegative val="0"/>
          <c:dLbls>
            <c:numFmt formatCode="General" sourceLinked="1"/>
            <c:spPr>
              <a:noFill/>
              <a:ln>
                <a:noFill/>
              </a:ln>
              <a:effectLst/>
            </c:spPr>
            <c:txPr>
              <a:bodyPr rot="0" spcFirstLastPara="0" vertOverflow="ellipsis" vert="horz" wrap="square" lIns="38100" tIns="19050" rIns="38100" bIns="19050" anchor="ctr" anchorCtr="1"/>
              <a:lstStyle/>
              <a:p>
                <a:pPr>
                  <a:defRPr lang="en-US" sz="1000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Microsoft YaHei" panose="020B0503020204020204" charset="-122"/>
                    <a:ea typeface="Microsoft YaHei" panose="020B0503020204020204" charset="-122"/>
                    <a:cs typeface="Microsoft YaHei" panose="020B0503020204020204" charset="-122"/>
                  </a:defRPr>
                </a:pPr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layout/>
                <c15:showLeaderLines val="0"/>
                <c15:leaderLines/>
              </c:ext>
            </c:extLst>
          </c:dLbls>
          <c:cat>
            <c:strRef>
              <c:f>Sheet1!$A$2:$A$4</c:f>
              <c:strCache>
                <c:ptCount val="3"/>
                <c:pt idx="0">
                  <c:v>California</c:v>
                </c:pt>
                <c:pt idx="1">
                  <c:v>San Francisco Bay Area</c:v>
                </c:pt>
                <c:pt idx="2">
                  <c:v>Silicon Valley</c:v>
                </c:pt>
              </c:strCache>
            </c:strRef>
          </c:cat>
          <c:val>
            <c:numRef>
              <c:f>Sheet1!$B$2:$B$4</c:f>
              <c:numCache>
                <c:formatCode>#,##0.00</c:formatCode>
                <c:ptCount val="3"/>
                <c:pt idx="0">
                  <c:v>1164.91</c:v>
                </c:pt>
                <c:pt idx="1">
                  <c:v>658.06</c:v>
                </c:pt>
                <c:pt idx="2">
                  <c:v>159.72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Conversion</c:v>
                </c:pt>
              </c:strCache>
            </c:strRef>
          </c:tx>
          <c:spPr>
            <a:solidFill>
              <a:schemeClr val="accent2"/>
            </a:solidFill>
            <a:ln>
              <a:noFill/>
            </a:ln>
          </c:spPr>
          <c:invertIfNegative val="0"/>
          <c:dLbls>
            <c:numFmt formatCode="General" sourceLinked="1"/>
            <c:spPr>
              <a:noFill/>
              <a:ln>
                <a:noFill/>
              </a:ln>
              <a:effectLst/>
            </c:spPr>
            <c:txPr>
              <a:bodyPr rot="0" spcFirstLastPara="0" vertOverflow="ellipsis" vert="horz" wrap="square" lIns="38100" tIns="19050" rIns="38100" bIns="19050" anchor="ctr" anchorCtr="1"/>
              <a:lstStyle/>
              <a:p>
                <a:pPr>
                  <a:defRPr lang="en-US" sz="1000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Microsoft YaHei" panose="020B0503020204020204" charset="-122"/>
                    <a:ea typeface="Microsoft YaHei" panose="020B0503020204020204" charset="-122"/>
                    <a:cs typeface="Microsoft YaHei" panose="020B0503020204020204" charset="-122"/>
                  </a:defRPr>
                </a:pPr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layout/>
                <c15:showLeaderLines val="0"/>
                <c15:leaderLines/>
              </c:ext>
            </c:extLst>
          </c:dLbls>
          <c:cat>
            <c:strRef>
              <c:f>Sheet1!$A$2:$A$4</c:f>
              <c:strCache>
                <c:ptCount val="3"/>
                <c:pt idx="0">
                  <c:v>California</c:v>
                </c:pt>
                <c:pt idx="1">
                  <c:v>San Francisco Bay Area</c:v>
                </c:pt>
                <c:pt idx="2">
                  <c:v>Silicon Valley</c:v>
                </c:pt>
              </c:strCache>
            </c:strRef>
          </c:cat>
          <c:val>
            <c:numRef>
              <c:f>Sheet1!$C$2:$C$4</c:f>
              <c:numCache>
                <c:formatCode>General</c:formatCode>
                <c:ptCount val="3"/>
                <c:pt idx="0">
                  <c:v>10</c:v>
                </c:pt>
                <c:pt idx="1">
                  <c:v>2</c:v>
                </c:pt>
                <c:pt idx="2">
                  <c:v>1</c:v>
                </c:pt>
              </c:numCache>
            </c:numRef>
          </c:val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Cost/conversion</c:v>
                </c:pt>
              </c:strCache>
            </c:strRef>
          </c:tx>
          <c:spPr>
            <a:solidFill>
              <a:schemeClr val="accent3"/>
            </a:solidFill>
            <a:ln>
              <a:noFill/>
            </a:ln>
          </c:spPr>
          <c:invertIfNegative val="0"/>
          <c:dLbls>
            <c:numFmt formatCode="General" sourceLinked="1"/>
            <c:spPr>
              <a:noFill/>
              <a:ln>
                <a:noFill/>
              </a:ln>
              <a:effectLst/>
            </c:spPr>
            <c:txPr>
              <a:bodyPr rot="0" spcFirstLastPara="0" vertOverflow="ellipsis" vert="horz" wrap="square" lIns="38100" tIns="19050" rIns="38100" bIns="19050" anchor="ctr" anchorCtr="1"/>
              <a:lstStyle/>
              <a:p>
                <a:pPr>
                  <a:defRPr lang="en-US" sz="1000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Microsoft YaHei" panose="020B0503020204020204" charset="-122"/>
                    <a:ea typeface="Microsoft YaHei" panose="020B0503020204020204" charset="-122"/>
                    <a:cs typeface="Microsoft YaHei" panose="020B0503020204020204" charset="-122"/>
                  </a:defRPr>
                </a:pPr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layout/>
                <c15:showLeaderLines val="0"/>
                <c15:leaderLines/>
              </c:ext>
            </c:extLst>
          </c:dLbls>
          <c:cat>
            <c:strRef>
              <c:f>Sheet1!$A$2:$A$4</c:f>
              <c:strCache>
                <c:ptCount val="3"/>
                <c:pt idx="0">
                  <c:v>California</c:v>
                </c:pt>
                <c:pt idx="1">
                  <c:v>San Francisco Bay Area</c:v>
                </c:pt>
                <c:pt idx="2">
                  <c:v>Silicon Valley</c:v>
                </c:pt>
              </c:strCache>
            </c:strRef>
          </c:cat>
          <c:val>
            <c:numRef>
              <c:f>Sheet1!$D$2:$D$4</c:f>
              <c:numCache>
                <c:formatCode>General</c:formatCode>
                <c:ptCount val="3"/>
                <c:pt idx="0">
                  <c:v>116.491</c:v>
                </c:pt>
                <c:pt idx="1">
                  <c:v>329.03</c:v>
                </c:pt>
                <c:pt idx="2">
                  <c:v>159.72</c:v>
                </c:pt>
              </c:numCache>
            </c:numRef>
          </c:val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216"/>
        <c:overlap val="-32"/>
        <c:axId val="804335454"/>
        <c:axId val="406270647"/>
      </c:barChart>
      <c:catAx>
        <c:axId val="8043354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nextTo"/>
        <c:spPr>
          <a:ln w="9525" cmpd="sng">
            <a:solidFill>
              <a:schemeClr val="tx1">
                <a:lumMod val="15000"/>
                <a:lumOff val="85000"/>
              </a:schemeClr>
            </a:solidFill>
            <a:prstDash val="solid"/>
            <a:round/>
          </a:ln>
        </c:spPr>
        <c:txPr>
          <a:bodyPr rot="-60000000" spcFirstLastPara="0" vertOverflow="ellipsis" vert="horz" wrap="square" anchor="ctr" anchorCtr="1"/>
          <a:lstStyle/>
          <a:p>
            <a:pPr>
              <a:defRPr lang="en-US"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Microsoft YaHei" panose="020B0503020204020204" charset="-122"/>
                <a:ea typeface="Microsoft YaHei" panose="020B0503020204020204" charset="-122"/>
                <a:cs typeface="Microsoft YaHei" panose="020B0503020204020204" charset="-122"/>
              </a:defRPr>
            </a:pPr>
          </a:p>
        </c:txPr>
        <c:crossAx val="406270647"/>
        <c:crosses val="autoZero"/>
        <c:auto val="1"/>
        <c:lblAlgn val="ctr"/>
        <c:lblOffset val="100"/>
        <c:noMultiLvlLbl val="0"/>
      </c:catAx>
      <c:valAx>
        <c:axId val="406270647"/>
        <c:scaling>
          <c:orientation val="minMax"/>
        </c:scaling>
        <c:delete val="0"/>
        <c:axPos val="l"/>
        <c:majorGridlines>
          <c:spPr>
            <a:ln w="9525" cmpd="sng">
              <a:solidFill>
                <a:schemeClr val="tx1">
                  <a:lumMod val="50000"/>
                  <a:lumOff val="50000"/>
                  <a:alpha val="35000"/>
                </a:schemeClr>
              </a:solidFill>
              <a:prstDash val="solid"/>
              <a:round/>
            </a:ln>
          </c:spPr>
        </c:majorGridlines>
        <c:title>
          <c:layout/>
          <c:overlay val="0"/>
          <c:txPr>
            <a:bodyPr rot="-5400000" spcFirstLastPara="0" vertOverflow="ellipsis" vert="horz" wrap="square" anchor="ctr" anchorCtr="1"/>
            <a:lstStyle/>
            <a:p>
              <a:pPr>
                <a:defRPr lang="en-US" sz="1000" b="0" i="0" u="none" strike="noStrike" kern="1200" baseline="0">
                  <a:solidFill>
                    <a:schemeClr val="tx1">
                      <a:lumMod val="65000"/>
                      <a:lumOff val="35000"/>
                    </a:schemeClr>
                  </a:solidFill>
                  <a:latin typeface="Microsoft YaHei" panose="020B0503020204020204" charset="-122"/>
                  <a:ea typeface="Microsoft YaHei" panose="020B0503020204020204" charset="-122"/>
                  <a:cs typeface="Microsoft YaHei" panose="020B0503020204020204" charset="-122"/>
                </a:defRPr>
              </a:pPr>
            </a:p>
          </c:txPr>
        </c:title>
        <c:numFmt formatCode="#,##0.00" sourceLinked="1"/>
        <c:majorTickMark val="out"/>
        <c:minorTickMark val="none"/>
        <c:tickLblPos val="nextTo"/>
        <c:spPr>
          <a:ln w="6350">
            <a:noFill/>
            <a:prstDash val="solid"/>
            <a:round/>
          </a:ln>
        </c:spPr>
        <c:txPr>
          <a:bodyPr rot="-60000000" spcFirstLastPara="0" vertOverflow="ellipsis" vert="horz" wrap="square" anchor="ctr" anchorCtr="1"/>
          <a:lstStyle/>
          <a:p>
            <a:pPr>
              <a:defRPr lang="en-US"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Microsoft YaHei" panose="020B0503020204020204" charset="-122"/>
                <a:ea typeface="Microsoft YaHei" panose="020B0503020204020204" charset="-122"/>
                <a:cs typeface="Microsoft YaHei" panose="020B0503020204020204" charset="-122"/>
              </a:defRPr>
            </a:pPr>
          </a:p>
        </c:txPr>
        <c:crossAx val="804335454"/>
        <c:crosses val="autoZero"/>
        <c:crossBetween val="between"/>
      </c:valAx>
      <c:dTable>
        <c:showHorzBorder val="0"/>
        <c:showVertBorder val="0"/>
        <c:showOutline val="0"/>
        <c:showKeys val="1"/>
        <c:spPr>
          <a:noFill/>
          <a:ln w="9525" cmpd="sng">
            <a:solidFill>
              <a:schemeClr val="tx1">
                <a:lumMod val="50000"/>
                <a:lumOff val="50000"/>
                <a:alpha val="25000"/>
              </a:schemeClr>
            </a:solidFill>
            <a:prstDash val="solid"/>
            <a:round/>
          </a:ln>
        </c:spPr>
        <c:txPr>
          <a:bodyPr rot="0" spcFirstLastPara="0" vertOverflow="ellipsis" vert="horz" wrap="square" anchor="ctr" anchorCtr="1"/>
          <a:lstStyle/>
          <a:p>
            <a:pPr>
              <a:defRPr lang="en-US" sz="1000" b="0" i="0" u="none" strike="noStrike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pPr>
          </a:p>
        </c:txPr>
      </c:dTable>
      <c:spPr>
        <a:noFill/>
        <a:ln>
          <a:noFill/>
        </a:ln>
      </c:spPr>
    </c:plotArea>
    <c:plotVisOnly val="1"/>
    <c:dispBlanksAs val="gap"/>
    <c:showDLblsOverMax val="0"/>
    <c:extLst>
      <c:ext uri="{0b15fc19-7d7d-44ad-8c2d-2c3a37ce22c3}">
        <chartProps xmlns="https://web.wps.cn/et/2018/main" chartId="{ee3ba871-5f49-4506-b150-f5c92110a856}"/>
      </c:ext>
    </c:extLst>
  </c:chart>
  <c:spPr>
    <a:solidFill>
      <a:schemeClr val="bg1"/>
    </a:solidFill>
    <a:ln w="9525" cmpd="sng">
      <a:solidFill>
        <a:schemeClr val="tx1">
          <a:lumMod val="50000"/>
          <a:lumOff val="50000"/>
          <a:alpha val="25000"/>
        </a:schemeClr>
      </a:solidFill>
    </a:ln>
  </c:spPr>
  <c:txPr>
    <a:bodyPr/>
    <a:lstStyle/>
    <a:p>
      <a:pPr>
        <a:defRPr lang="en-US"/>
      </a:pPr>
    </a:p>
  </c:tx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/>
      <p:sp>
        <p:nvSpPr>
          <p:cNvPr id="2" name="Header Placeholder"/>
          <p:cNvSpPr/>
          <p:nvPr>
            <p:ph type="hdr" sz="quarter"/>
          </p:nvPr>
        </p:nvSpPr>
        <p:spPr>
          <a:prstGeom prst="rect">
            <a:avLst/>
          </a:prstGeom>
        </p:spPr>
        <p:txBody>
          <a:bodyPr/>
          <a:lstStyle/>
          <a:p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prst="rect">
            <a:avLst/>
          </a:prstGeom>
        </p:spPr>
        <p:txBody>
          <a:bodyPr/>
          <a:lstStyle/>
          <a:p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prst="rect">
            <a:avLst/>
          </a:prstGeom>
        </p:spPr>
        <p:txBody>
          <a:bodyPr/>
          <a:lstStyle/>
          <a:p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prst="rect">
            <a:avLst/>
          </a:prstGeom>
        </p:spPr>
        <p:txBody>
          <a:bodyPr/>
          <a:lstStyle/>
          <a:p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prst="rect">
            <a:avLst/>
          </a:prstGeom>
        </p:spPr>
        <p:txBody>
          <a:bodyPr/>
          <a:lstStyle/>
          <a:p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prst="rect">
            <a:avLst/>
          </a:prstGeom>
        </p:spPr>
        <p:txBody>
          <a:bodyPr/>
          <a:lstStyle/>
          <a:p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/>
    </a:lvl1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7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8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9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0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[Sources]</a:t>
            </a:r>
          </a:p>
          <a:p>
            <a:r>
              <a:t>Google Ads account Larson Packaging Company. September 1–30, 2026 versus August 1–31, 2026. Campaign name contains Pelican, Enabled and Paused included. Read-only UI and Google Ads Advisor, accessed October 7, 2026. Conversions column used as leads. Combined CPL = total cost / total conversions. No campaign changes. Account timezone Pacific Time.</a:t>
            </a:r>
          </a:p>
          <a:p>
            <a:r>
              <a:t>Analysis adapted from Google Ads Advisor and reconciled against direct UI totals.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[Sources]</a:t>
            </a:r>
          </a:p>
          <a:p>
            <a:r>
              <a:t>Google Ads account Larson Packaging Company. September 1–30, 2026 versus August 1–31, 2026. Campaign name contains Pelican, Enabled and Paused included. Read-only UI and Google Ads Advisor, accessed October 7, 2026. Conversions column used as leads. Combined CPL = total cost / total conversions. No campaign changes. Account timezone Pacific Time.</a:t>
            </a:r>
          </a:p>
          <a:p>
            <a:r>
              <a:t>Analysis adapted from Google Ads Advisor and reconciled against direct UI totals.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[Sources]</a:t>
            </a:r>
          </a:p>
          <a:p>
            <a:r>
              <a:t>Google Ads account Larson Packaging Company. September 1–30, 2026 versus August 1–31, 2026. Campaign name contains Pelican, Enabled and Paused included. Read-only UI and Google Ads Advisor, accessed October 7, 2026. Conversions column used as leads. Combined CPL = total cost / total conversions. No campaign changes. Account timezone Pacific Time.</a:t>
            </a:r>
          </a:p>
          <a:p>
            <a:r>
              <a:t>Analysis adapted from Google Ads Advisor and reconciled against direct UI totals.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[Sources]</a:t>
            </a:r>
          </a:p>
          <a:p>
            <a:r>
              <a:t>Google Ads account Larson Packaging Company. September 1–30, 2026 versus August 1–31, 2026. Campaign name contains Pelican, Enabled and Paused included. Read-only UI and Google Ads Advisor, accessed October 7, 2026. Conversions column used as leads. Combined CPL = total cost / total conversions. No campaign changes. Account timezone Pacific Time.</a:t>
            </a:r>
          </a:p>
          <a:p>
            <a:r>
              <a:t>Search keywords sorted by conversions, then cost. Nine spending rows. Avg. CPM calculated as cost / impressions * 1000. Zero-conversion CPL shown as unavailable. Keyword totals differ from campaign totals.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[Sources]</a:t>
            </a:r>
          </a:p>
          <a:p>
            <a:r>
              <a:t>Google Ads account Larson Packaging Company. September 1–30, 2026 versus August 1–31, 2026. Campaign name contains Pelican, Enabled and Paused included. Read-only UI and Google Ads Advisor, accessed October 7, 2026. Conversions column used as leads. Combined CPL = total cost / total conversions. No campaign changes. Account timezone Pacific Time.</a:t>
            </a:r>
          </a:p>
          <a:p>
            <a:r>
              <a:t>Analysis adapted from Google Ads Advisor and reconciled against direct UI totals.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[Sources]</a:t>
            </a:r>
          </a:p>
          <a:p>
            <a:r>
              <a:t>Google Ads account Larson Packaging Company. September 1–30, 2026 versus August 1–31, 2026. Campaign name contains Pelican, Enabled and Paused included. Read-only UI and Google Ads Advisor, accessed October 7, 2026. Conversions column used as leads. Combined CPL = total cost / total conversions. No campaign changes. Account timezone Pacific Time.</a:t>
            </a:r>
          </a:p>
          <a:p>
            <a:r>
              <a:t>GA4 property Pelican - Larson Packaging (433428820). User acquisition metric New users by First user source / medium. Traffic acquisition metric Sessions by Session source / medium. September 1–30. Duplicate source rows aggregated. Top three by each metric plus Other. New users 1060; sessions 1195.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[Sources]</a:t>
            </a:r>
          </a:p>
          <a:p>
            <a:r>
              <a:t>Google Ads account Larson Packaging Company. September 1–30, 2026 versus August 1–31, 2026. Campaign name contains Pelican, Enabled and Paused included. Read-only UI and Google Ads Advisor, accessed October 7, 2026. Conversions column used as leads. Combined CPL = total cost / total conversions. No campaign changes. Account timezone Pacific Time.</a:t>
            </a:r>
          </a:p>
          <a:p>
            <a:r>
              <a:t>Screenshot: Google Ads Overview Gender &amp; Age, Clicks. Only 84% known gender and age. Commentary adapted from Advisor, retaining card-grounded observations only.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[Sources]</a:t>
            </a:r>
          </a:p>
          <a:p>
            <a:r>
              <a:t>Google Ads account Larson Packaging Company. September 1–30, 2026 versus August 1–31, 2026. Campaign name contains Pelican, Enabled and Paused included. Read-only UI and Google Ads Advisor, accessed October 7, 2026. Conversions column used as leads. Combined CPL = total cost / total conversions. No campaign changes. Account timezone Pacific Time.</a:t>
            </a:r>
          </a:p>
          <a:p>
            <a:r>
              <a:t>Screenshot: Overview Devices with Cost, Clicks and ALL Conversions selected. Device cost and conversion totals independently reconciled. Computer CPL 954.72/7; mobile 1018.96/6. Advisor bid recommendation framed for review, no changes applied.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[Sources]</a:t>
            </a:r>
          </a:p>
          <a:p>
            <a:r>
              <a:t>Google Ads account Larson Packaging Company. September 1–30, 2026 versus August 1–31, 2026. Campaign name contains Pelican, Enabled and Paused included. Read-only UI and Google Ads Advisor, accessed October 7, 2026. Conversions column used as leads. Combined CPL = total cost / total conversions. No campaign changes. Account timezone Pacific Time.</a:t>
            </a:r>
          </a:p>
          <a:p>
            <a:r>
              <a:t>Screenshot: Overview Day &amp; Hour, Clicks. Advisor recommendation to retain consistent schedule. Exact hourly conversions omitted because not independently verified.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[Sources]</a:t>
            </a:r>
          </a:p>
          <a:p>
            <a:r>
              <a:t>Google Ads account Larson Packaging Company. September 1–30, 2026 versus August 1–31, 2026. Campaign name contains Pelican, Enabled and Paused included. Read-only UI and Google Ads Advisor, accessed October 7, 2026. Conversions column used as leads. Combined CPL = total cost / total conversions. No campaign changes. Account timezone Pacific Time.</a:t>
            </a:r>
          </a:p>
          <a:p>
            <a:r>
              <a:t>Matched locations narrowed United States to Regions. Table-level Campaign name contains pelican. California 1164.91/10, Bay Area 658.06/2, Silicon Valley159.72/1. Labels reproduce Google Ads region categories, not disjoint administrative states. Three original series retained: Cost, Conversion, Cost/conversion.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[Sources]</a:t>
            </a:r>
          </a:p>
          <a:p>
            <a:r>
              <a:t>Google Ads account Larson Packaging Company. September 1–30, 2026 versus August 1–31, 2026. Campaign name contains Pelican, Enabled and Paused included. Read-only UI and Google Ads Advisor, accessed October 7, 2026. Conversions column used as leads. Combined CPL = total cost / total conversions. No campaign changes. Account timezone Pacific Time.</a:t>
            </a:r>
          </a:p>
          <a:p>
            <a:r>
              <a:t>Analysis adapted from Google Ads Advisor and reconciled against direct UI totals.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4" name="Rectangle 3"/>
          <p:cNvSpPr>
            <a:spLocks noGrp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03504" y="770467"/>
            <a:ext cx="10782300" cy="3352800"/>
          </a:xfrm>
        </p:spPr>
        <p:txBody>
          <a:bodyPr anchor="b">
            <a:noAutofit/>
          </a:bodyPr>
          <a:lstStyle>
            <a:lvl1pPr algn="l">
              <a:lnSpc>
                <a:spcPct val="80000"/>
              </a:lnSpc>
              <a:buNone/>
              <a:defRPr sz="8800" spc="-120" baseline="0">
                <a:solidFill>
                  <a:srgbClr val="FFFFFF"/>
                </a:solidFill>
              </a:defRPr>
            </a:lvl1pPr>
          </a:lstStyle>
          <a:p>
            <a:r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667512" y="4206876"/>
            <a:ext cx="9228201" cy="1645920"/>
          </a:xfrm>
        </p:spPr>
        <p:txBody>
          <a:bodyPr>
            <a:normAutofit/>
          </a:bodyPr>
          <a:lstStyle>
            <a:lvl1pPr marL="0" indent="0" algn="l">
              <a:buNone/>
              <a:defRPr sz="3200">
                <a:solidFill>
                  <a:schemeClr val="bg1"/>
                </a:solidFill>
                <a:latin typeface="+mj-lt"/>
                <a:ea typeface="+mj-lt"/>
                <a:cs typeface="+mj-lt"/>
              </a:defRPr>
            </a:lvl1pPr>
            <a:lvl2pPr marL="457200" indent="0" algn="ctr">
              <a:buNone/>
              <a:defRPr sz="2800"/>
            </a:lvl2pPr>
            <a:lvl3pPr marL="914400" indent="0" algn="ctr">
              <a:buNone/>
              <a:defRPr sz="2400"/>
            </a:lvl3pPr>
            <a:lvl4pPr marL="1371600" indent="0" algn="ctr">
              <a:buNone/>
              <a:defRPr sz="2000"/>
            </a:lvl4pPr>
            <a:lvl5pPr marL="1828800" indent="0" algn="ctr">
              <a:buNone/>
              <a:defRPr sz="2000"/>
            </a:lvl5pPr>
            <a:lvl6pPr marL="2286000" indent="0" algn="ctr">
              <a:buNone/>
              <a:defRPr sz="2000"/>
            </a:lvl6pPr>
            <a:lvl7pPr marL="2743200" indent="0" algn="ctr">
              <a:buNone/>
              <a:defRPr sz="2000"/>
            </a:lvl7pPr>
            <a:lvl8pPr marL="3200400" indent="0" algn="ctr">
              <a:buNone/>
              <a:defRPr sz="2000"/>
            </a:lvl8pPr>
            <a:lvl9pPr marL="3657600" indent="0" algn="ctr">
              <a:buNone/>
              <a:defRPr sz="2000"/>
            </a:lvl9pPr>
          </a:lstStyle>
          <a:p>
            <a:r>
              <a:t>Click to edit Master subtitle style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idx="10"/>
          </p:nvPr>
        </p:nvSpPr>
        <p:spPr/>
        <p:txBody>
          <a:bodyPr/>
          <a:lstStyle>
            <a:lvl1pPr>
              <a:buNone/>
              <a:defRPr>
                <a:solidFill>
                  <a:srgbClr val="FFFFFF">
                    <a:alpha val="80000"/>
                  </a:srgbClr>
                </a:solidFill>
              </a:defRPr>
            </a:lvl1pPr>
          </a:lstStyle>
          <a:p/>
        </p:txBody>
      </p:sp>
      <p:sp>
        <p:nvSpPr>
          <p:cNvPr id="8" name="Footer Placeholder 7"/>
          <p:cNvSpPr>
            <a:spLocks noGrp="1"/>
          </p:cNvSpPr>
          <p:nvPr>
            <p:ph type="ftr" idx="11"/>
          </p:nvPr>
        </p:nvSpPr>
        <p:spPr/>
        <p:txBody>
          <a:bodyPr/>
          <a:lstStyle>
            <a:lvl1pPr>
              <a:buNone/>
              <a:defRPr>
                <a:solidFill>
                  <a:srgbClr val="FFFFFF">
                    <a:alpha val="80000"/>
                  </a:srgbClr>
                </a:solidFill>
              </a:defRPr>
            </a:lvl1pPr>
          </a:lstStyle>
          <a:p/>
        </p:txBody>
      </p:sp>
      <p:sp>
        <p:nvSpPr>
          <p:cNvPr id="9" name="Slide Number Placeholder 8"/>
          <p:cNvSpPr>
            <a:spLocks noGrp="1"/>
          </p:cNvSpPr>
          <p:nvPr>
            <p:ph type="sldNum" idx="12"/>
          </p:nvPr>
        </p:nvSpPr>
        <p:spPr/>
        <p:txBody>
          <a:bodyPr/>
          <a:lstStyle>
            <a:lvl1pPr>
              <a:buNone/>
              <a:defRPr>
                <a:solidFill>
                  <a:srgbClr val="FFFFFF">
                    <a:alpha val="25000"/>
                  </a:srgbClr>
                </a:solidFill>
              </a:defRPr>
            </a:lvl1pPr>
          </a:lstStyle>
          <a:p/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>
              <a:buNone/>
            </a:pPr>
            <a:r>
              <a:t>Edit Master text styles</a:t>
            </a:r>
          </a:p>
          <a:p>
            <a:pPr lvl="1">
              <a:buNone/>
            </a:pPr>
            <a:r>
              <a:t>Second level</a:t>
            </a:r>
          </a:p>
          <a:p>
            <a:pPr lvl="2">
              <a:buNone/>
            </a:pPr>
            <a:r>
              <a:t>Third level</a:t>
            </a:r>
          </a:p>
          <a:p>
            <a:pPr lvl="3">
              <a:buNone/>
            </a:pPr>
            <a:r>
              <a:t>Fourth level</a:t>
            </a:r>
          </a:p>
          <a:p>
            <a:pPr lvl="4">
              <a:buNone/>
            </a:pPr>
            <a:r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idx="10"/>
          </p:nvPr>
        </p:nvSpPr>
        <p:spPr/>
        <p:txBody>
          <a:bodyPr/>
          <a:lstStyle/>
          <a:p/>
        </p:txBody>
      </p:sp>
      <p:sp>
        <p:nvSpPr>
          <p:cNvPr id="5" name="Footer Placeholder 4"/>
          <p:cNvSpPr>
            <a:spLocks noGrp="1"/>
          </p:cNvSpPr>
          <p:nvPr>
            <p:ph type="ftr" idx="11"/>
          </p:nvPr>
        </p:nvSpPr>
        <p:spPr/>
        <p:txBody>
          <a:bodyPr/>
          <a:lstStyle/>
          <a:p/>
        </p:txBody>
      </p:sp>
      <p:sp>
        <p:nvSpPr>
          <p:cNvPr id="6" name="Slide Number Placeholder 5"/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/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3504" y="767419"/>
            <a:ext cx="10780776" cy="3355848"/>
          </a:xfrm>
        </p:spPr>
        <p:txBody>
          <a:bodyPr anchor="b">
            <a:normAutofit/>
          </a:bodyPr>
          <a:lstStyle>
            <a:lvl1pPr>
              <a:lnSpc>
                <a:spcPct val="80000"/>
              </a:lnSpc>
              <a:buNone/>
              <a:defRPr sz="8800" b="0" baseline="0">
                <a:solidFill>
                  <a:schemeClr val="accent1"/>
                </a:solidFill>
              </a:defRPr>
            </a:lvl1pPr>
          </a:lstStyle>
          <a:p>
            <a:r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67512" y="4204209"/>
            <a:ext cx="9226296" cy="1645920"/>
          </a:xfrm>
        </p:spPr>
        <p:txBody>
          <a:bodyPr anchor="t">
            <a:normAutofit/>
          </a:bodyPr>
          <a:lstStyle>
            <a:lvl1pPr marL="0" indent="0">
              <a:buNone/>
              <a:defRPr sz="3200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>
              <a:buNone/>
            </a:pPr>
            <a:r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idx="10"/>
          </p:nvPr>
        </p:nvSpPr>
        <p:spPr/>
        <p:txBody>
          <a:bodyPr/>
          <a:lstStyle/>
          <a:p/>
        </p:txBody>
      </p:sp>
      <p:sp>
        <p:nvSpPr>
          <p:cNvPr id="5" name="Footer Placeholder 4"/>
          <p:cNvSpPr>
            <a:spLocks noGrp="1"/>
          </p:cNvSpPr>
          <p:nvPr>
            <p:ph type="ftr" idx="11"/>
          </p:nvPr>
        </p:nvSpPr>
        <p:spPr/>
        <p:txBody>
          <a:bodyPr/>
          <a:lstStyle/>
          <a:p/>
        </p:txBody>
      </p:sp>
      <p:sp>
        <p:nvSpPr>
          <p:cNvPr id="6" name="Slide Number Placeholder 5"/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/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76656" y="1998134"/>
            <a:ext cx="4663440" cy="3767328"/>
          </a:xfrm>
        </p:spPr>
        <p:txBody>
          <a:bodyPr/>
          <a:lstStyle>
            <a:lvl1pPr>
              <a:buNone/>
              <a:defRPr sz="2400"/>
            </a:lvl1pPr>
            <a:lvl2pPr>
              <a:buNone/>
              <a:defRPr sz="2000"/>
            </a:lvl2pPr>
            <a:lvl3pPr>
              <a:buNone/>
              <a:defRPr sz="1800"/>
            </a:lvl3pPr>
            <a:lvl4pPr>
              <a:buNone/>
              <a:defRPr sz="1600"/>
            </a:lvl4pPr>
            <a:lvl5pPr>
              <a:buNone/>
              <a:defRPr sz="1600"/>
            </a:lvl5pPr>
            <a:lvl6pPr>
              <a:buNone/>
              <a:defRPr sz="1600"/>
            </a:lvl6pPr>
            <a:lvl7pPr>
              <a:buNone/>
              <a:defRPr sz="1600"/>
            </a:lvl7pPr>
            <a:lvl8pPr>
              <a:buNone/>
              <a:defRPr sz="1600"/>
            </a:lvl8pPr>
            <a:lvl9pPr>
              <a:buNone/>
              <a:defRPr sz="1600"/>
            </a:lvl9pPr>
          </a:lstStyle>
          <a:p>
            <a:pPr lvl="0">
              <a:buNone/>
            </a:pPr>
            <a:r>
              <a:t>Edit Master text styles</a:t>
            </a:r>
          </a:p>
          <a:p>
            <a:pPr lvl="1">
              <a:buNone/>
            </a:pPr>
            <a:r>
              <a:t>Second level</a:t>
            </a:r>
          </a:p>
          <a:p>
            <a:pPr lvl="2">
              <a:buNone/>
            </a:pPr>
            <a:r>
              <a:t>Third level</a:t>
            </a:r>
          </a:p>
          <a:p>
            <a:pPr lvl="3">
              <a:buNone/>
            </a:pPr>
            <a:r>
              <a:t>Fourth level</a:t>
            </a:r>
          </a:p>
          <a:p>
            <a:pPr lvl="4">
              <a:buNone/>
            </a:pPr>
            <a:r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idx="2"/>
          </p:nvPr>
        </p:nvSpPr>
        <p:spPr>
          <a:xfrm>
            <a:off x="6011330" y="1998134"/>
            <a:ext cx="4663440" cy="3767328"/>
          </a:xfrm>
        </p:spPr>
        <p:txBody>
          <a:bodyPr/>
          <a:lstStyle>
            <a:lvl1pPr>
              <a:buNone/>
              <a:defRPr sz="2400"/>
            </a:lvl1pPr>
            <a:lvl2pPr>
              <a:buNone/>
              <a:defRPr sz="2000"/>
            </a:lvl2pPr>
            <a:lvl3pPr>
              <a:buNone/>
              <a:defRPr sz="1800"/>
            </a:lvl3pPr>
            <a:lvl4pPr>
              <a:buNone/>
              <a:defRPr sz="1600"/>
            </a:lvl4pPr>
            <a:lvl5pPr>
              <a:buNone/>
              <a:defRPr sz="1600"/>
            </a:lvl5pPr>
            <a:lvl6pPr>
              <a:buNone/>
              <a:defRPr sz="1600"/>
            </a:lvl6pPr>
            <a:lvl7pPr>
              <a:buNone/>
              <a:defRPr sz="1600"/>
            </a:lvl7pPr>
            <a:lvl8pPr>
              <a:buNone/>
              <a:defRPr sz="1600"/>
            </a:lvl8pPr>
            <a:lvl9pPr>
              <a:buNone/>
              <a:defRPr sz="1600"/>
            </a:lvl9pPr>
          </a:lstStyle>
          <a:p>
            <a:pPr lvl="0">
              <a:buNone/>
            </a:pPr>
            <a:r>
              <a:t>Edit Master text styles</a:t>
            </a:r>
          </a:p>
          <a:p>
            <a:pPr lvl="1">
              <a:buNone/>
            </a:pPr>
            <a:r>
              <a:t>Second level</a:t>
            </a:r>
          </a:p>
          <a:p>
            <a:pPr lvl="2">
              <a:buNone/>
            </a:pPr>
            <a:r>
              <a:t>Third level</a:t>
            </a:r>
          </a:p>
          <a:p>
            <a:pPr lvl="3">
              <a:buNone/>
            </a:pPr>
            <a:r>
              <a:t>Fourth level</a:t>
            </a:r>
          </a:p>
          <a:p>
            <a:pPr lvl="4">
              <a:buNone/>
            </a:pPr>
            <a:r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idx="10"/>
          </p:nvPr>
        </p:nvSpPr>
        <p:spPr/>
        <p:txBody>
          <a:bodyPr/>
          <a:lstStyle/>
          <a:p/>
        </p:txBody>
      </p:sp>
      <p:sp>
        <p:nvSpPr>
          <p:cNvPr id="6" name="Footer Placeholder 5"/>
          <p:cNvSpPr>
            <a:spLocks noGrp="1"/>
          </p:cNvSpPr>
          <p:nvPr>
            <p:ph type="ftr" idx="11"/>
          </p:nvPr>
        </p:nvSpPr>
        <p:spPr/>
        <p:txBody>
          <a:bodyPr/>
          <a:lstStyle/>
          <a:p/>
        </p:txBody>
      </p:sp>
      <p:sp>
        <p:nvSpPr>
          <p:cNvPr id="7" name="Slide Number Placeholder 6"/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/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/>
      <p:sp>
        <p:nvSpPr>
          <p:cNvPr id="10" name="Title 9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6656" y="2040467"/>
            <a:ext cx="4663440" cy="723400"/>
          </a:xfrm>
        </p:spPr>
        <p:txBody>
          <a:bodyPr anchor="ctr">
            <a:normAutofit/>
          </a:bodyPr>
          <a:lstStyle>
            <a:lvl1pPr marL="0" indent="0">
              <a:buNone/>
              <a:defRPr sz="2200" b="0" cap="all" baseline="0">
                <a:solidFill>
                  <a:schemeClr val="tx1">
                    <a:lumMod val="85000"/>
                    <a:lumOff val="15000"/>
                  </a:schemeClr>
                </a:solidFill>
                <a:latin typeface="+mj-lt"/>
                <a:ea typeface="+mj-lt"/>
                <a:cs typeface="+mj-lt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>
              <a:buNone/>
            </a:pPr>
            <a:r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idx="2"/>
          </p:nvPr>
        </p:nvSpPr>
        <p:spPr>
          <a:xfrm>
            <a:off x="676656" y="2753084"/>
            <a:ext cx="4663440" cy="3200400"/>
          </a:xfrm>
        </p:spPr>
        <p:txBody>
          <a:bodyPr/>
          <a:lstStyle>
            <a:lvl1pPr>
              <a:buNone/>
              <a:defRPr sz="2400"/>
            </a:lvl1pPr>
            <a:lvl2pPr>
              <a:buNone/>
              <a:defRPr sz="2000"/>
            </a:lvl2pPr>
            <a:lvl3pPr>
              <a:buNone/>
              <a:defRPr sz="1800"/>
            </a:lvl3pPr>
            <a:lvl4pPr>
              <a:buNone/>
              <a:defRPr sz="1600"/>
            </a:lvl4pPr>
            <a:lvl5pPr>
              <a:buNone/>
              <a:defRPr sz="1600"/>
            </a:lvl5pPr>
            <a:lvl6pPr>
              <a:buNone/>
              <a:defRPr sz="1600"/>
            </a:lvl6pPr>
            <a:lvl7pPr>
              <a:buNone/>
              <a:defRPr sz="1600"/>
            </a:lvl7pPr>
            <a:lvl8pPr>
              <a:buNone/>
              <a:defRPr sz="1600"/>
            </a:lvl8pPr>
            <a:lvl9pPr>
              <a:buNone/>
              <a:defRPr sz="1600"/>
            </a:lvl9pPr>
          </a:lstStyle>
          <a:p>
            <a:pPr lvl="0">
              <a:buNone/>
            </a:pPr>
            <a:r>
              <a:t>Edit Master text styles</a:t>
            </a:r>
          </a:p>
          <a:p>
            <a:pPr lvl="1">
              <a:buNone/>
            </a:pPr>
            <a:r>
              <a:t>Second level</a:t>
            </a:r>
          </a:p>
          <a:p>
            <a:pPr lvl="2">
              <a:buNone/>
            </a:pPr>
            <a:r>
              <a:t>Third level</a:t>
            </a:r>
          </a:p>
          <a:p>
            <a:pPr lvl="3">
              <a:buNone/>
            </a:pPr>
            <a:r>
              <a:t>Fourth level</a:t>
            </a:r>
          </a:p>
          <a:p>
            <a:pPr lvl="4">
              <a:buNone/>
            </a:pPr>
            <a:r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idx="3"/>
          </p:nvPr>
        </p:nvSpPr>
        <p:spPr>
          <a:xfrm>
            <a:off x="6007608" y="2038435"/>
            <a:ext cx="4663440" cy="722376"/>
          </a:xfrm>
        </p:spPr>
        <p:txBody>
          <a:bodyPr anchor="ctr">
            <a:normAutofit/>
          </a:bodyPr>
          <a:lstStyle>
            <a:lvl1pPr marL="0" indent="0">
              <a:buNone/>
              <a:defRPr sz="2200" b="0" cap="all" baseline="0">
                <a:solidFill>
                  <a:schemeClr val="tx1">
                    <a:lumMod val="85000"/>
                    <a:lumOff val="15000"/>
                  </a:schemeClr>
                </a:solidFill>
                <a:latin typeface="+mj-lt"/>
                <a:ea typeface="+mj-lt"/>
                <a:cs typeface="+mj-lt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>
              <a:buNone/>
            </a:pPr>
            <a:r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idx="4"/>
          </p:nvPr>
        </p:nvSpPr>
        <p:spPr>
          <a:xfrm>
            <a:off x="6007608" y="2750990"/>
            <a:ext cx="4663440" cy="3200400"/>
          </a:xfrm>
        </p:spPr>
        <p:txBody>
          <a:bodyPr/>
          <a:lstStyle>
            <a:lvl1pPr>
              <a:buNone/>
              <a:defRPr sz="2400"/>
            </a:lvl1pPr>
            <a:lvl2pPr>
              <a:buNone/>
              <a:defRPr sz="2000"/>
            </a:lvl2pPr>
            <a:lvl3pPr>
              <a:buNone/>
              <a:defRPr sz="1800"/>
            </a:lvl3pPr>
            <a:lvl4pPr>
              <a:buNone/>
              <a:defRPr sz="1600"/>
            </a:lvl4pPr>
            <a:lvl5pPr>
              <a:buNone/>
              <a:defRPr sz="1600"/>
            </a:lvl5pPr>
            <a:lvl6pPr>
              <a:buNone/>
              <a:defRPr sz="1600"/>
            </a:lvl6pPr>
            <a:lvl7pPr>
              <a:buNone/>
              <a:defRPr sz="1600"/>
            </a:lvl7pPr>
            <a:lvl8pPr>
              <a:buNone/>
              <a:defRPr sz="1600"/>
            </a:lvl8pPr>
            <a:lvl9pPr>
              <a:buNone/>
              <a:defRPr sz="1600"/>
            </a:lvl9pPr>
          </a:lstStyle>
          <a:p>
            <a:pPr lvl="0">
              <a:buNone/>
            </a:pPr>
            <a:r>
              <a:t>Edit Master text styles</a:t>
            </a:r>
          </a:p>
          <a:p>
            <a:pPr lvl="1">
              <a:buNone/>
            </a:pPr>
            <a:r>
              <a:t>Second level</a:t>
            </a:r>
          </a:p>
          <a:p>
            <a:pPr lvl="2">
              <a:buNone/>
            </a:pPr>
            <a:r>
              <a:t>Third level</a:t>
            </a:r>
          </a:p>
          <a:p>
            <a:pPr lvl="3">
              <a:buNone/>
            </a:pPr>
            <a:r>
              <a:t>Fourth level</a:t>
            </a:r>
          </a:p>
          <a:p>
            <a:pPr lvl="4">
              <a:buNone/>
            </a:pPr>
            <a:r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idx="10"/>
          </p:nvPr>
        </p:nvSpPr>
        <p:spPr/>
        <p:txBody>
          <a:bodyPr/>
          <a:lstStyle/>
          <a:p/>
        </p:txBody>
      </p:sp>
      <p:sp>
        <p:nvSpPr>
          <p:cNvPr id="8" name="Footer Placeholder 7"/>
          <p:cNvSpPr>
            <a:spLocks noGrp="1"/>
          </p:cNvSpPr>
          <p:nvPr>
            <p:ph type="ftr" idx="11"/>
          </p:nvPr>
        </p:nvSpPr>
        <p:spPr/>
        <p:txBody>
          <a:bodyPr/>
          <a:lstStyle/>
          <a:p/>
        </p:txBody>
      </p:sp>
      <p:sp>
        <p:nvSpPr>
          <p:cNvPr id="9" name="Slide Number Placeholder 8"/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/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/>
      <p:sp>
        <p:nvSpPr>
          <p:cNvPr id="6" name="Title 5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idx="10"/>
          </p:nvPr>
        </p:nvSpPr>
        <p:spPr/>
        <p:txBody>
          <a:bodyPr/>
          <a:lstStyle/>
          <a:p/>
        </p:txBody>
      </p:sp>
      <p:sp>
        <p:nvSpPr>
          <p:cNvPr id="4" name="Footer Placeholder 3"/>
          <p:cNvSpPr>
            <a:spLocks noGrp="1"/>
          </p:cNvSpPr>
          <p:nvPr>
            <p:ph type="ftr" idx="11"/>
          </p:nvPr>
        </p:nvSpPr>
        <p:spPr/>
        <p:txBody>
          <a:bodyPr/>
          <a:lstStyle/>
          <a:p/>
        </p:txBody>
      </p:sp>
      <p:sp>
        <p:nvSpPr>
          <p:cNvPr id="5" name="Slide Number Placeholder 4"/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/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/>
      <p:sp>
        <p:nvSpPr>
          <p:cNvPr id="2" name="Date Placeholder 1"/>
          <p:cNvSpPr>
            <a:spLocks noGrp="1"/>
          </p:cNvSpPr>
          <p:nvPr>
            <p:ph type="dt" idx="10"/>
          </p:nvPr>
        </p:nvSpPr>
        <p:spPr/>
        <p:txBody>
          <a:bodyPr/>
          <a:lstStyle/>
          <a:p/>
        </p:txBody>
      </p:sp>
      <p:sp>
        <p:nvSpPr>
          <p:cNvPr id="3" name="Footer Placeholder 2"/>
          <p:cNvSpPr>
            <a:spLocks noGrp="1"/>
          </p:cNvSpPr>
          <p:nvPr>
            <p:ph type="ftr" idx="11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/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/>
      <p:sp>
        <p:nvSpPr>
          <p:cNvPr id="2" name="Rectangle 1"/>
          <p:cNvSpPr>
            <a:spLocks noGrp="1"/>
          </p:cNvSpPr>
          <p:nvPr/>
        </p:nvSpPr>
        <p:spPr>
          <a:xfrm>
            <a:off x="7620000" y="0"/>
            <a:ext cx="457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Title 8"/>
          <p:cNvSpPr>
            <a:spLocks noGrp="1"/>
          </p:cNvSpPr>
          <p:nvPr>
            <p:ph type="title"/>
          </p:nvPr>
        </p:nvSpPr>
        <p:spPr>
          <a:xfrm>
            <a:off x="8261404" y="542282"/>
            <a:ext cx="3383280" cy="1920240"/>
          </a:xfrm>
        </p:spPr>
        <p:txBody>
          <a:bodyPr anchor="b">
            <a:noAutofit/>
          </a:bodyPr>
          <a:lstStyle>
            <a:lvl1pPr>
              <a:lnSpc>
                <a:spcPct val="85000"/>
              </a:lnSpc>
              <a:buNone/>
              <a:defRPr sz="4000">
                <a:solidFill>
                  <a:srgbClr val="FFFFFF"/>
                </a:solidFill>
              </a:defRPr>
            </a:lvl1pPr>
          </a:lstStyle>
          <a:p>
            <a:r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762000" y="762000"/>
            <a:ext cx="6096000" cy="4572000"/>
          </a:xfrm>
        </p:spPr>
        <p:txBody>
          <a:bodyPr/>
          <a:lstStyle>
            <a:lvl1pPr>
              <a:buNone/>
              <a:defRPr sz="3200"/>
            </a:lvl1pPr>
            <a:lvl2pPr>
              <a:buNone/>
              <a:defRPr sz="2800"/>
            </a:lvl2pPr>
            <a:lvl3pPr>
              <a:buNone/>
              <a:defRPr sz="2400"/>
            </a:lvl3pPr>
            <a:lvl4pPr>
              <a:buNone/>
              <a:defRPr sz="2000"/>
            </a:lvl4pPr>
            <a:lvl5pPr>
              <a:buNone/>
              <a:defRPr sz="2000"/>
            </a:lvl5pPr>
            <a:lvl6pPr>
              <a:buNone/>
              <a:defRPr sz="2000"/>
            </a:lvl6pPr>
            <a:lvl7pPr>
              <a:buNone/>
              <a:defRPr sz="2000"/>
            </a:lvl7pPr>
            <a:lvl8pPr>
              <a:buNone/>
              <a:defRPr sz="2000"/>
            </a:lvl8pPr>
            <a:lvl9pPr>
              <a:buNone/>
              <a:defRPr sz="2000"/>
            </a:lvl9pPr>
          </a:lstStyle>
          <a:p>
            <a:pPr lvl="0">
              <a:buNone/>
            </a:pPr>
            <a:r>
              <a:t>Edit Master text styles</a:t>
            </a:r>
          </a:p>
          <a:p>
            <a:pPr lvl="1">
              <a:buNone/>
            </a:pPr>
            <a:r>
              <a:t>Second level</a:t>
            </a:r>
          </a:p>
          <a:p>
            <a:pPr lvl="2">
              <a:buNone/>
            </a:pPr>
            <a:r>
              <a:t>Third level</a:t>
            </a:r>
          </a:p>
          <a:p>
            <a:pPr lvl="3">
              <a:buNone/>
            </a:pPr>
            <a:r>
              <a:t>Fourth level</a:t>
            </a:r>
          </a:p>
          <a:p>
            <a:pPr lvl="4">
              <a:buNone/>
            </a:pPr>
            <a:r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idx="2"/>
          </p:nvPr>
        </p:nvSpPr>
        <p:spPr>
          <a:xfrm>
            <a:off x="8275982" y="2511813"/>
            <a:ext cx="3398520" cy="3126987"/>
          </a:xfrm>
        </p:spPr>
        <p:txBody>
          <a:bodyPr>
            <a:normAutofit/>
          </a:bodyPr>
          <a:lstStyle>
            <a:lvl1pPr marL="0" marR="0" indent="0" algn="l" defTabSz="914400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Tx/>
              <a:buSzTx/>
              <a:buFontTx/>
              <a:buNone/>
              <a:defRPr sz="1800">
                <a:solidFill>
                  <a:srgbClr val="262626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marL="0" marR="0" lvl="0" indent="0" algn="l" defTabSz="914400">
              <a:lnSpc>
                <a:spcPct val="100000"/>
              </a:lnSpc>
              <a:spcBef>
                <a:spcPts val="140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idx="10"/>
          </p:nvPr>
        </p:nvSpPr>
        <p:spPr/>
        <p:txBody>
          <a:bodyPr/>
          <a:lstStyle/>
          <a:p/>
        </p:txBody>
      </p:sp>
      <p:sp>
        <p:nvSpPr>
          <p:cNvPr id="6" name="Footer Placeholder 5"/>
          <p:cNvSpPr>
            <a:spLocks noGrp="1"/>
          </p:cNvSpPr>
          <p:nvPr>
            <p:ph type="ftr" idx="11"/>
          </p:nvPr>
        </p:nvSpPr>
        <p:spPr/>
        <p:txBody>
          <a:bodyPr/>
          <a:lstStyle/>
          <a:p/>
        </p:txBody>
      </p:sp>
      <p:sp>
        <p:nvSpPr>
          <p:cNvPr id="7" name="Slide Number Placeholder 6"/>
          <p:cNvSpPr>
            <a:spLocks noGrp="1"/>
          </p:cNvSpPr>
          <p:nvPr>
            <p:ph type="sldNum" idx="12"/>
          </p:nvPr>
        </p:nvSpPr>
        <p:spPr/>
        <p:txBody>
          <a:bodyPr/>
          <a:lstStyle>
            <a:lvl1pPr>
              <a:buNone/>
              <a:defRPr>
                <a:solidFill>
                  <a:srgbClr val="FFFFFF">
                    <a:alpha val="20000"/>
                  </a:srgbClr>
                </a:solidFill>
              </a:defRPr>
            </a:lvl1pPr>
          </a:lstStyle>
          <a:p/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49224" y="5418667"/>
            <a:ext cx="10780776" cy="613283"/>
          </a:xfrm>
        </p:spPr>
        <p:txBody>
          <a:bodyPr anchor="b">
            <a:normAutofit/>
          </a:bodyPr>
          <a:lstStyle>
            <a:lvl1pPr>
              <a:buNone/>
              <a:defRPr sz="3200" b="0">
                <a:solidFill>
                  <a:srgbClr val="FFFFFF"/>
                </a:solidFill>
              </a:defRPr>
            </a:lvl1pPr>
          </a:lstStyle>
          <a:p>
            <a:r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0" y="0"/>
            <a:ext cx="12192000" cy="5330952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</p:spPr>
        <p:txBody>
          <a:bodyPr anchor="t"/>
          <a:lstStyle>
            <a:lvl1pPr marL="0" indent="0" algn="ctr">
              <a:spcBef>
                <a:spcPts val="800"/>
              </a:spcBef>
              <a:buNone/>
              <a:defRPr sz="32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t>Click icon to add picture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idx="2"/>
          </p:nvPr>
        </p:nvSpPr>
        <p:spPr>
          <a:xfrm>
            <a:off x="676656" y="5909735"/>
            <a:ext cx="9229344" cy="533400"/>
          </a:xfrm>
        </p:spPr>
        <p:txBody>
          <a:bodyPr>
            <a:normAutofit/>
          </a:bodyPr>
          <a:lstStyle>
            <a:lvl1pPr marL="0" indent="0">
              <a:lnSpc>
                <a:spcPct val="90000"/>
              </a:lnSpc>
              <a:buNone/>
              <a:defRPr sz="1400">
                <a:solidFill>
                  <a:srgbClr val="262626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>
              <a:buNone/>
            </a:pPr>
            <a:r>
              <a:t>Edit Master text styles</a:t>
            </a:r>
          </a:p>
        </p:txBody>
      </p:sp>
      <p:sp>
        <p:nvSpPr>
          <p:cNvPr id="12" name="Date Placeholder 11"/>
          <p:cNvSpPr>
            <a:spLocks noGrp="1"/>
          </p:cNvSpPr>
          <p:nvPr>
            <p:ph type="dt" idx="10"/>
          </p:nvPr>
        </p:nvSpPr>
        <p:spPr/>
        <p:txBody>
          <a:bodyPr/>
          <a:lstStyle>
            <a:lvl1pPr>
              <a:buNone/>
              <a:defRPr>
                <a:solidFill>
                  <a:srgbClr val="FFFFFF">
                    <a:alpha val="80000"/>
                  </a:srgbClr>
                </a:solidFill>
              </a:defRPr>
            </a:lvl1pPr>
          </a:lstStyle>
          <a:p/>
        </p:txBody>
      </p:sp>
      <p:sp>
        <p:nvSpPr>
          <p:cNvPr id="13" name="Footer Placeholder 12"/>
          <p:cNvSpPr>
            <a:spLocks noGrp="1"/>
          </p:cNvSpPr>
          <p:nvPr>
            <p:ph type="ftr" idx="11"/>
          </p:nvPr>
        </p:nvSpPr>
        <p:spPr/>
        <p:txBody>
          <a:bodyPr/>
          <a:lstStyle>
            <a:lvl1pPr>
              <a:buNone/>
              <a:defRPr>
                <a:solidFill>
                  <a:srgbClr val="FFFFFF">
                    <a:alpha val="80000"/>
                  </a:srgbClr>
                </a:solidFill>
              </a:defRPr>
            </a:lvl1pPr>
          </a:lstStyle>
          <a:p/>
        </p:txBody>
      </p:sp>
      <p:sp>
        <p:nvSpPr>
          <p:cNvPr id="14" name="Slide Number Placeholder 13"/>
          <p:cNvSpPr>
            <a:spLocks noGrp="1"/>
          </p:cNvSpPr>
          <p:nvPr>
            <p:ph type="sldNum" idx="12"/>
          </p:nvPr>
        </p:nvSpPr>
        <p:spPr/>
        <p:txBody>
          <a:bodyPr/>
          <a:lstStyle>
            <a:lvl1pPr>
              <a:buNone/>
              <a:defRPr>
                <a:solidFill>
                  <a:srgbClr val="FFFFFF">
                    <a:alpha val="25000"/>
                  </a:srgbClr>
                </a:solidFill>
              </a:defRPr>
            </a:lvl1pPr>
          </a:lstStyle>
          <a:p/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idx="1"/>
          </p:nvPr>
        </p:nvSpPr>
        <p:spPr/>
        <p:txBody>
          <a:bodyPr vert="eaVert"/>
          <a:lstStyle/>
          <a:p>
            <a:pPr lvl="0">
              <a:buNone/>
            </a:pPr>
            <a:r>
              <a:t>Edit Master text styles</a:t>
            </a:r>
          </a:p>
          <a:p>
            <a:pPr lvl="1">
              <a:buNone/>
            </a:pPr>
            <a:r>
              <a:t>Second level</a:t>
            </a:r>
          </a:p>
          <a:p>
            <a:pPr lvl="2">
              <a:buNone/>
            </a:pPr>
            <a:r>
              <a:t>Third level</a:t>
            </a:r>
          </a:p>
          <a:p>
            <a:pPr lvl="3">
              <a:buNone/>
            </a:pPr>
            <a:r>
              <a:t>Fourth level</a:t>
            </a:r>
          </a:p>
          <a:p>
            <a:pPr lvl="4">
              <a:buNone/>
            </a:pPr>
            <a:r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idx="10"/>
          </p:nvPr>
        </p:nvSpPr>
        <p:spPr/>
        <p:txBody>
          <a:bodyPr/>
          <a:lstStyle/>
          <a:p/>
        </p:txBody>
      </p:sp>
      <p:sp>
        <p:nvSpPr>
          <p:cNvPr id="5" name="Footer Placeholder 4"/>
          <p:cNvSpPr>
            <a:spLocks noGrp="1"/>
          </p:cNvSpPr>
          <p:nvPr>
            <p:ph type="ftr" idx="11"/>
          </p:nvPr>
        </p:nvSpPr>
        <p:spPr/>
        <p:txBody>
          <a:bodyPr/>
          <a:lstStyle/>
          <a:p/>
        </p:txBody>
      </p:sp>
      <p:sp>
        <p:nvSpPr>
          <p:cNvPr id="6" name="Slide Number Placeholder 5"/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/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/>
      <p:sp>
        <p:nvSpPr>
          <p:cNvPr id="2" name="Vertical Title 1"/>
          <p:cNvSpPr>
            <a:spLocks noGrp="1"/>
          </p:cNvSpPr>
          <p:nvPr>
            <p:ph type="title"/>
          </p:nvPr>
        </p:nvSpPr>
        <p:spPr>
          <a:xfrm>
            <a:off x="8743950" y="695325"/>
            <a:ext cx="2628900" cy="4800600"/>
          </a:xfrm>
        </p:spPr>
        <p:txBody>
          <a:bodyPr vert="eaVert"/>
          <a:lstStyle/>
          <a:p>
            <a:r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idx="1"/>
          </p:nvPr>
        </p:nvSpPr>
        <p:spPr>
          <a:xfrm>
            <a:off x="771525" y="714375"/>
            <a:ext cx="7734300" cy="5400675"/>
          </a:xfrm>
        </p:spPr>
        <p:txBody>
          <a:bodyPr vert="eaVert"/>
          <a:lstStyle/>
          <a:p>
            <a:pPr lvl="0">
              <a:buNone/>
            </a:pPr>
            <a:r>
              <a:t>Edit Master text styles</a:t>
            </a:r>
          </a:p>
          <a:p>
            <a:pPr lvl="1">
              <a:buNone/>
            </a:pPr>
            <a:r>
              <a:t>Second level</a:t>
            </a:r>
          </a:p>
          <a:p>
            <a:pPr lvl="2">
              <a:buNone/>
            </a:pPr>
            <a:r>
              <a:t>Third level</a:t>
            </a:r>
          </a:p>
          <a:p>
            <a:pPr lvl="3">
              <a:buNone/>
            </a:pPr>
            <a:r>
              <a:t>Fourth level</a:t>
            </a:r>
          </a:p>
          <a:p>
            <a:pPr lvl="4">
              <a:buNone/>
            </a:pPr>
            <a:r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idx="10"/>
          </p:nvPr>
        </p:nvSpPr>
        <p:spPr/>
        <p:txBody>
          <a:bodyPr/>
          <a:lstStyle/>
          <a:p/>
        </p:txBody>
      </p:sp>
      <p:sp>
        <p:nvSpPr>
          <p:cNvPr id="5" name="Footer Placeholder 4"/>
          <p:cNvSpPr>
            <a:spLocks noGrp="1"/>
          </p:cNvSpPr>
          <p:nvPr>
            <p:ph type="ftr" idx="11"/>
          </p:nvPr>
        </p:nvSpPr>
        <p:spPr/>
        <p:txBody>
          <a:bodyPr/>
          <a:lstStyle/>
          <a:p/>
        </p:txBody>
      </p:sp>
      <p:sp>
        <p:nvSpPr>
          <p:cNvPr id="6" name="Slide Number Placeholder 5"/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/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showMasterSp="0" userDrawn="1">
  <p:cSld name="Title Slide">
    <p:spTree>
      <p:nvGrpSpPr>
        <p:cNvPr id="1" name=""/>
        <p:cNvGrpSpPr/>
        <p:nvPr/>
      </p:nvGrpSpPr>
      <p:grpSpPr/>
      <p:sp>
        <p:nvSpPr>
          <p:cNvPr id="7" name="Ellipse 36-2083&amp;10099"/>
          <p:cNvSpPr>
            <a:spLocks noGrp="1"/>
          </p:cNvSpPr>
          <p:nvPr/>
        </p:nvSpPr>
        <p:spPr>
          <a:xfrm>
            <a:off x="0" y="2377440"/>
            <a:ext cx="5193792" cy="4480560"/>
          </a:xfrm>
          <a:custGeom>
            <a:avLst/>
            <a:gdLst/>
            <a:ahLst/>
            <a:cxnLst/>
            <a:rect l="l" t="t" r="r" b="b"/>
            <a:pathLst>
              <a:path w="5193792" h="4480560">
                <a:moveTo>
                  <a:pt x="4828032" y="4480560"/>
                </a:moveTo>
                <a:lnTo>
                  <a:pt x="0" y="4480560"/>
                </a:lnTo>
                <a:lnTo>
                  <a:pt x="0" y="896112"/>
                </a:lnTo>
                <a:cubicBezTo>
                  <a:pt x="548640" y="338328"/>
                  <a:pt x="1307592" y="0"/>
                  <a:pt x="2148840" y="0"/>
                </a:cubicBezTo>
                <a:cubicBezTo>
                  <a:pt x="3831336" y="0"/>
                  <a:pt x="5193792" y="1362456"/>
                  <a:pt x="5193792" y="3044952"/>
                </a:cubicBezTo>
                <a:cubicBezTo>
                  <a:pt x="5193792" y="3566160"/>
                  <a:pt x="5065776" y="4050792"/>
                  <a:pt x="4828032" y="4480560"/>
                </a:cubicBezTo>
              </a:path>
            </a:pathLst>
          </a:custGeom>
          <a:solidFill>
            <a:schemeClr val="tx2">
              <a:alpha val="5000"/>
            </a:schemeClr>
          </a:solidFill>
        </p:spPr>
        <p:txBody>
          <a:bodyPr/>
          <a:lstStyle/>
          <a:p/>
        </p:txBody>
      </p:sp>
      <p:sp>
        <p:nvSpPr>
          <p:cNvPr id="8" name="Ellipse 37 (Stroke)_#color-2083&amp;10102"/>
          <p:cNvSpPr>
            <a:spLocks noGrp="1"/>
          </p:cNvSpPr>
          <p:nvPr/>
        </p:nvSpPr>
        <p:spPr>
          <a:xfrm>
            <a:off x="0" y="0"/>
            <a:ext cx="2505456" cy="3108960"/>
          </a:xfrm>
          <a:custGeom>
            <a:avLst/>
            <a:gdLst/>
            <a:ahLst/>
            <a:cxnLst/>
            <a:rect l="l" t="t" r="r" b="b"/>
            <a:pathLst>
              <a:path w="2505456" h="3108960">
                <a:moveTo>
                  <a:pt x="0" y="2505456"/>
                </a:moveTo>
                <a:cubicBezTo>
                  <a:pt x="100584" y="2523744"/>
                  <a:pt x="201168" y="2532888"/>
                  <a:pt x="301752" y="2532888"/>
                </a:cubicBezTo>
                <a:cubicBezTo>
                  <a:pt x="1207008" y="2532888"/>
                  <a:pt x="1938528" y="1801368"/>
                  <a:pt x="1938528" y="905256"/>
                </a:cubicBezTo>
                <a:cubicBezTo>
                  <a:pt x="1938528" y="566928"/>
                  <a:pt x="1837944" y="256032"/>
                  <a:pt x="1664208" y="0"/>
                </a:cubicBezTo>
                <a:lnTo>
                  <a:pt x="2313432" y="0"/>
                </a:lnTo>
                <a:cubicBezTo>
                  <a:pt x="2441448" y="274320"/>
                  <a:pt x="2505456" y="576072"/>
                  <a:pt x="2505456" y="905256"/>
                </a:cubicBezTo>
                <a:cubicBezTo>
                  <a:pt x="2505456" y="2121408"/>
                  <a:pt x="1517904" y="3108960"/>
                  <a:pt x="301752" y="3108960"/>
                </a:cubicBezTo>
                <a:cubicBezTo>
                  <a:pt x="201168" y="3108960"/>
                  <a:pt x="100584" y="3099816"/>
                  <a:pt x="0" y="3081528"/>
                </a:cubicBezTo>
                <a:lnTo>
                  <a:pt x="0" y="2505456"/>
                </a:lnTo>
              </a:path>
            </a:pathLst>
          </a:custGeom>
          <a:solidFill>
            <a:schemeClr val="accent1"/>
          </a:solidFill>
        </p:spPr>
      </p:sp>
      <p:sp>
        <p:nvSpPr>
          <p:cNvPr id="9" name="Ellipse 38_#color-2082&amp;9905"/>
          <p:cNvSpPr>
            <a:spLocks noGrp="1"/>
          </p:cNvSpPr>
          <p:nvPr/>
        </p:nvSpPr>
        <p:spPr>
          <a:xfrm>
            <a:off x="9464040" y="4379976"/>
            <a:ext cx="1609344" cy="1609344"/>
          </a:xfrm>
          <a:prstGeom prst="ellipse">
            <a:avLst/>
          </a:prstGeom>
          <a:solidFill>
            <a:schemeClr val="accent1"/>
          </a:solidFill>
        </p:spPr>
      </p:sp>
      <p:sp>
        <p:nvSpPr>
          <p:cNvPr id="11" name="Ellipse 39-2082&amp;9906"/>
          <p:cNvSpPr>
            <a:spLocks noGrp="1"/>
          </p:cNvSpPr>
          <p:nvPr/>
        </p:nvSpPr>
        <p:spPr>
          <a:xfrm>
            <a:off x="11338560" y="3617849"/>
            <a:ext cx="530352" cy="530352"/>
          </a:xfrm>
          <a:prstGeom prst="ellipse">
            <a:avLst/>
          </a:prstGeom>
          <a:solidFill>
            <a:schemeClr val="tx2">
              <a:alpha val="43000"/>
            </a:schemeClr>
          </a:solidFill>
        </p:spPr>
      </p:sp>
      <p:sp>
        <p:nvSpPr>
          <p:cNvPr id="2" name="标题 1"/>
          <p:cNvSpPr>
            <a:spLocks noGrp="1"/>
          </p:cNvSpPr>
          <p:nvPr>
            <p:ph type="ctrTitle" hasCustomPrompt="1"/>
          </p:nvPr>
        </p:nvSpPr>
        <p:spPr>
          <a:xfrm>
            <a:off x="1870709" y="1862454"/>
            <a:ext cx="9467850" cy="2628901"/>
          </a:xfrm>
        </p:spPr>
        <p:txBody>
          <a:bodyPr wrap="square" anchor="b">
            <a:normAutofit/>
          </a:bodyPr>
          <a:lstStyle>
            <a:lvl1pPr algn="l">
              <a:lnSpc>
                <a:spcPct val="100000"/>
              </a:lnSpc>
              <a:buNone/>
              <a:defRPr sz="5800">
                <a:latin typeface="+mj-lt"/>
                <a:ea typeface="+mj-lt"/>
                <a:cs typeface="+mj-lt"/>
              </a:defRPr>
            </a:lvl1pPr>
          </a:lstStyle>
          <a:p>
            <a:r>
              <a:rPr>
                <a:latin typeface="+mj-lt"/>
                <a:ea typeface="+mj-lt"/>
                <a:cs typeface="+mj-lt"/>
              </a:rPr>
              <a:t>Click to add title</a:t>
            </a:r>
            <a:endParaRPr>
              <a:latin typeface="+mj-lt"/>
              <a:ea typeface="+mj-lt"/>
              <a:cs typeface="+mj-lt"/>
            </a:endParaRPr>
          </a:p>
        </p:txBody>
      </p:sp>
      <p:sp>
        <p:nvSpPr>
          <p:cNvPr id="4" name="日期占位符 3"/>
          <p:cNvSpPr>
            <a:spLocks noGrp="1"/>
          </p:cNvSpPr>
          <p:nvPr>
            <p:ph type="dt" idx="10"/>
          </p:nvPr>
        </p:nvSpPr>
        <p:spPr/>
        <p:txBody>
          <a:bodyPr wrap="square">
            <a:normAutofit/>
          </a:bodyPr>
          <a:lstStyle>
            <a:lvl1pPr>
              <a:buNone/>
              <a:defRPr>
                <a:latin typeface="Calibri" panose="020F0502020204030204"/>
                <a:ea typeface="Calibri" panose="020F0502020204030204"/>
                <a:cs typeface="Calibri" panose="020F0502020204030204"/>
              </a:defRPr>
            </a:lvl1pPr>
          </a:lstStyle>
          <a:p>
            <a:r>
              <a:t>Date Area</a:t>
            </a:r>
          </a:p>
        </p:txBody>
      </p:sp>
      <p:sp>
        <p:nvSpPr>
          <p:cNvPr id="5" name="页脚占位符 4"/>
          <p:cNvSpPr>
            <a:spLocks noGrp="1"/>
          </p:cNvSpPr>
          <p:nvPr>
            <p:ph type="ftr" idx="11"/>
          </p:nvPr>
        </p:nvSpPr>
        <p:spPr/>
        <p:txBody>
          <a:bodyPr>
            <a:normAutofit/>
          </a:bodyPr>
          <a:lstStyle>
            <a:lvl1pPr>
              <a:buNone/>
              <a:defRPr>
                <a:latin typeface="Calibri" panose="020F0502020204030204"/>
                <a:ea typeface="Calibri" panose="020F0502020204030204"/>
                <a:cs typeface="Calibri" panose="020F0502020204030204"/>
              </a:defRPr>
            </a:lvl1pPr>
          </a:lstStyle>
          <a:p/>
        </p:txBody>
      </p:sp>
      <p:sp>
        <p:nvSpPr>
          <p:cNvPr id="6" name="灯片编号占位符 5"/>
          <p:cNvSpPr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</p:spPr>
        <p:txBody>
          <a:bodyPr wrap="square">
            <a:normAutofit/>
          </a:bodyPr>
          <a:lstStyle>
            <a:lvl1pPr>
              <a:buNone/>
              <a:defRPr>
                <a:latin typeface="Calibri" panose="020F0502020204030204"/>
                <a:ea typeface="Calibri" panose="020F0502020204030204"/>
                <a:cs typeface="Calibri" panose="020F0502020204030204"/>
              </a:defRPr>
            </a:lvl1pPr>
          </a:lstStyle>
          <a:p/>
        </p:txBody>
      </p:sp>
      <p:sp>
        <p:nvSpPr>
          <p:cNvPr id="24" name="署名占位符 10"/>
          <p:cNvSpPr>
            <a:spLocks noGrp="1"/>
          </p:cNvSpPr>
          <p:nvPr>
            <p:ph type="body" idx="17" hasCustomPrompt="1"/>
          </p:nvPr>
        </p:nvSpPr>
        <p:spPr>
          <a:xfrm>
            <a:off x="1870709" y="4790127"/>
            <a:ext cx="7492365" cy="1177603"/>
          </a:xfrm>
        </p:spPr>
        <p:txBody>
          <a:bodyPr wrap="square" anchor="t">
            <a:normAutofit/>
          </a:bodyPr>
          <a:lstStyle>
            <a:lvl1pPr marL="0" indent="0" algn="l">
              <a:lnSpc>
                <a:spcPct val="100000"/>
              </a:lnSpc>
              <a:buNone/>
              <a:defRPr sz="2400">
                <a:latin typeface="+mn-lt"/>
                <a:ea typeface="+mn-lt"/>
                <a:cs typeface="+mn-lt"/>
              </a:defRPr>
            </a:lvl1pPr>
          </a:lstStyle>
          <a:p>
            <a:pPr lvl="0">
              <a:buNone/>
            </a:pPr>
            <a:r>
              <a:rPr>
                <a:latin typeface="+mn-lt"/>
                <a:ea typeface="+mn-lt"/>
                <a:cs typeface="+mn-lt"/>
              </a:rPr>
              <a:t>Click to add text</a:t>
            </a:r>
            <a:endParaRPr>
              <a:latin typeface="+mn-lt"/>
              <a:ea typeface="+mn-lt"/>
              <a:cs typeface="+mn-lt"/>
            </a:endParaRPr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 hasCustomPrompt="1"/>
          </p:nvPr>
        </p:nvSpPr>
        <p:spPr/>
        <p:txBody>
          <a:bodyPr wrap="square">
            <a:normAutofit/>
          </a:bodyPr>
          <a:lstStyle>
            <a:lvl1pPr>
              <a:buNone/>
              <a:defRPr>
                <a:latin typeface="+mj-lt"/>
                <a:ea typeface="+mj-lt"/>
                <a:cs typeface="+mj-lt"/>
              </a:defRPr>
            </a:lvl1pPr>
          </a:lstStyle>
          <a:p>
            <a:r>
              <a:rPr>
                <a:latin typeface="+mj-lt"/>
                <a:ea typeface="+mj-lt"/>
                <a:cs typeface="+mj-lt"/>
              </a:rPr>
              <a:t>Click to add title</a:t>
            </a:r>
            <a:endParaRPr>
              <a:latin typeface="+mj-lt"/>
              <a:ea typeface="+mj-lt"/>
              <a:cs typeface="+mj-lt"/>
            </a:endParaRPr>
          </a:p>
        </p:txBody>
      </p:sp>
      <p:sp>
        <p:nvSpPr>
          <p:cNvPr id="3" name="内容占位符 2"/>
          <p:cNvSpPr>
            <a:spLocks noGrp="1"/>
          </p:cNvSpPr>
          <p:nvPr>
            <p:ph idx="1" hasCustomPrompt="1"/>
          </p:nvPr>
        </p:nvSpPr>
        <p:spPr/>
        <p:txBody>
          <a:bodyPr wrap="square">
            <a:normAutofit/>
          </a:bodyPr>
          <a:lstStyle>
            <a:lvl1pPr>
              <a:buNone/>
              <a:defRPr>
                <a:latin typeface="+mn-lt"/>
                <a:ea typeface="+mn-lt"/>
                <a:cs typeface="+mn-lt"/>
              </a:defRPr>
            </a:lvl1pPr>
            <a:lvl2pPr>
              <a:buNone/>
              <a:defRPr>
                <a:latin typeface="+mn-lt"/>
                <a:ea typeface="+mn-lt"/>
                <a:cs typeface="+mn-lt"/>
              </a:defRPr>
            </a:lvl2pPr>
            <a:lvl3pPr>
              <a:buNone/>
              <a:defRPr>
                <a:latin typeface="+mn-lt"/>
                <a:ea typeface="+mn-lt"/>
                <a:cs typeface="+mn-lt"/>
              </a:defRPr>
            </a:lvl3pPr>
            <a:lvl4pPr>
              <a:buNone/>
              <a:defRPr>
                <a:latin typeface="+mn-lt"/>
                <a:ea typeface="+mn-lt"/>
                <a:cs typeface="+mn-lt"/>
              </a:defRPr>
            </a:lvl4pPr>
            <a:lvl5pPr>
              <a:buNone/>
              <a:defRPr>
                <a:latin typeface="+mn-lt"/>
                <a:ea typeface="+mn-lt"/>
                <a:cs typeface="+mn-lt"/>
              </a:defRPr>
            </a:lvl5pPr>
          </a:lstStyle>
          <a:p>
            <a:pPr lvl="0">
              <a:buNone/>
            </a:pPr>
            <a:r>
              <a:rPr>
                <a:latin typeface="+mn-lt"/>
                <a:ea typeface="+mn-lt"/>
                <a:cs typeface="+mn-lt"/>
              </a:rPr>
              <a:t>Click to add text</a:t>
            </a:r>
            <a:endParaRPr>
              <a:latin typeface="+mn-lt"/>
              <a:ea typeface="+mn-lt"/>
              <a:cs typeface="+mn-lt"/>
            </a:endParaRPr>
          </a:p>
        </p:txBody>
      </p:sp>
      <p:sp>
        <p:nvSpPr>
          <p:cNvPr id="4" name="日期占位符 3"/>
          <p:cNvSpPr>
            <a:spLocks noGrp="1"/>
          </p:cNvSpPr>
          <p:nvPr>
            <p:ph type="dt" idx="10"/>
          </p:nvPr>
        </p:nvSpPr>
        <p:spPr/>
        <p:txBody>
          <a:bodyPr wrap="square">
            <a:normAutofit/>
          </a:bodyPr>
          <a:lstStyle>
            <a:lvl1pPr>
              <a:buNone/>
              <a:defRPr>
                <a:latin typeface="Calibri" panose="020F0502020204030204"/>
                <a:ea typeface="Calibri" panose="020F0502020204030204"/>
                <a:cs typeface="Calibri" panose="020F0502020204030204"/>
              </a:defRPr>
            </a:lvl1pPr>
          </a:lstStyle>
          <a:p>
            <a:r>
              <a:t>Date Area</a:t>
            </a:r>
          </a:p>
        </p:txBody>
      </p:sp>
      <p:sp>
        <p:nvSpPr>
          <p:cNvPr id="5" name="页脚占位符 4"/>
          <p:cNvSpPr>
            <a:spLocks noGrp="1"/>
          </p:cNvSpPr>
          <p:nvPr>
            <p:ph type="ftr" idx="11"/>
          </p:nvPr>
        </p:nvSpPr>
        <p:spPr/>
        <p:txBody>
          <a:bodyPr/>
          <a:lstStyle>
            <a:lvl1pPr>
              <a:buNone/>
              <a:defRPr>
                <a:latin typeface="Calibri" panose="020F0502020204030204"/>
                <a:ea typeface="Calibri" panose="020F0502020204030204"/>
                <a:cs typeface="Calibri" panose="020F0502020204030204"/>
              </a:defRPr>
            </a:lvl1pPr>
          </a:lstStyle>
          <a:p/>
        </p:txBody>
      </p:sp>
      <p:sp>
        <p:nvSpPr>
          <p:cNvPr id="6" name="灯片编号占位符 5"/>
          <p:cNvSpPr>
            <a:spLocks noGrp="1"/>
          </p:cNvSpPr>
          <p:nvPr>
            <p:ph type="sldNum" idx="12"/>
          </p:nvPr>
        </p:nvSpPr>
        <p:spPr/>
        <p:txBody>
          <a:bodyPr wrap="square">
            <a:normAutofit/>
          </a:bodyPr>
          <a:lstStyle>
            <a:lvl1pPr>
              <a:buNone/>
              <a:defRPr>
                <a:latin typeface="Calibri" panose="020F0502020204030204"/>
                <a:ea typeface="Calibri" panose="020F0502020204030204"/>
                <a:cs typeface="Calibri" panose="020F0502020204030204"/>
              </a:defRPr>
            </a:lvl1pPr>
          </a:lstStyle>
          <a:p/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showMasterSp="0" userDrawn="1">
  <p:cSld name="Catalog Slide">
    <p:spTree>
      <p:nvGrpSpPr>
        <p:cNvPr id="1" name=""/>
        <p:cNvGrpSpPr/>
        <p:nvPr/>
      </p:nvGrpSpPr>
      <p:grpSpPr/>
      <p:sp>
        <p:nvSpPr>
          <p:cNvPr id="7" name="日期占位符 3"/>
          <p:cNvSpPr>
            <a:spLocks noGrp="1"/>
          </p:cNvSpPr>
          <p:nvPr>
            <p:ph type="dt" idx="10"/>
          </p:nvPr>
        </p:nvSpPr>
        <p:spPr/>
        <p:txBody>
          <a:bodyPr wrap="square">
            <a:normAutofit/>
          </a:bodyPr>
          <a:lstStyle>
            <a:lvl1pPr>
              <a:buNone/>
              <a:defRPr>
                <a:latin typeface="Calibri" panose="020F0502020204030204"/>
                <a:ea typeface="Calibri" panose="020F0502020204030204"/>
                <a:cs typeface="Calibri" panose="020F0502020204030204"/>
              </a:defRPr>
            </a:lvl1pPr>
          </a:lstStyle>
          <a:p>
            <a:r>
              <a:t>Date Area</a:t>
            </a:r>
          </a:p>
        </p:txBody>
      </p:sp>
      <p:sp>
        <p:nvSpPr>
          <p:cNvPr id="8" name="页脚占位符 4"/>
          <p:cNvSpPr>
            <a:spLocks noGrp="1"/>
          </p:cNvSpPr>
          <p:nvPr>
            <p:ph type="ftr" idx="11"/>
          </p:nvPr>
        </p:nvSpPr>
        <p:spPr/>
        <p:txBody>
          <a:bodyPr/>
          <a:lstStyle>
            <a:lvl1pPr>
              <a:buNone/>
              <a:defRPr>
                <a:latin typeface="Calibri" panose="020F0502020204030204"/>
                <a:ea typeface="Calibri" panose="020F0502020204030204"/>
                <a:cs typeface="Calibri" panose="020F0502020204030204"/>
              </a:defRPr>
            </a:lvl1pPr>
          </a:lstStyle>
          <a:p/>
        </p:txBody>
      </p:sp>
      <p:sp>
        <p:nvSpPr>
          <p:cNvPr id="9" name="灯片编号占位符 5"/>
          <p:cNvSpPr>
            <a:spLocks noGrp="1"/>
          </p:cNvSpPr>
          <p:nvPr>
            <p:ph type="sldNum" idx="12"/>
          </p:nvPr>
        </p:nvSpPr>
        <p:spPr/>
        <p:txBody>
          <a:bodyPr wrap="square">
            <a:normAutofit/>
          </a:bodyPr>
          <a:lstStyle>
            <a:lvl1pPr>
              <a:buNone/>
              <a:defRPr>
                <a:latin typeface="Calibri" panose="020F0502020204030204"/>
                <a:ea typeface="Calibri" panose="020F0502020204030204"/>
                <a:cs typeface="Calibri" panose="020F0502020204030204"/>
              </a:defRPr>
            </a:lvl1pPr>
          </a:lstStyle>
          <a:p/>
        </p:txBody>
      </p:sp>
      <p:sp>
        <p:nvSpPr>
          <p:cNvPr id="4" name="Ellipse 36-2082&amp;9912"/>
          <p:cNvSpPr>
            <a:spLocks noGrp="1"/>
          </p:cNvSpPr>
          <p:nvPr/>
        </p:nvSpPr>
        <p:spPr>
          <a:xfrm>
            <a:off x="6976872" y="1005840"/>
            <a:ext cx="4343400" cy="4343400"/>
          </a:xfrm>
          <a:prstGeom prst="ellipse">
            <a:avLst/>
          </a:prstGeom>
          <a:solidFill>
            <a:schemeClr val="tx2">
              <a:alpha val="5000"/>
            </a:schemeClr>
          </a:solidFill>
        </p:spPr>
        <p:txBody>
          <a:bodyPr/>
          <a:lstStyle/>
          <a:p/>
        </p:txBody>
      </p:sp>
      <p:sp>
        <p:nvSpPr>
          <p:cNvPr id="5" name="Ellipse 37 (Stroke)_#color-2083&amp;10105"/>
          <p:cNvSpPr>
            <a:spLocks noGrp="1"/>
          </p:cNvSpPr>
          <p:nvPr/>
        </p:nvSpPr>
        <p:spPr>
          <a:xfrm>
            <a:off x="7159752" y="0"/>
            <a:ext cx="3977640" cy="2258568"/>
          </a:xfrm>
          <a:custGeom>
            <a:avLst/>
            <a:gdLst/>
            <a:ahLst/>
            <a:cxnLst/>
            <a:rect l="l" t="t" r="r" b="b"/>
            <a:pathLst>
              <a:path w="3977640" h="2258568">
                <a:moveTo>
                  <a:pt x="594360" y="0"/>
                </a:moveTo>
                <a:cubicBezTo>
                  <a:pt x="576072" y="82296"/>
                  <a:pt x="576072" y="173736"/>
                  <a:pt x="576072" y="265176"/>
                </a:cubicBezTo>
                <a:cubicBezTo>
                  <a:pt x="576072" y="1051560"/>
                  <a:pt x="1207008" y="1682496"/>
                  <a:pt x="1984248" y="1682496"/>
                </a:cubicBezTo>
                <a:cubicBezTo>
                  <a:pt x="2770632" y="1682496"/>
                  <a:pt x="3401568" y="1051560"/>
                  <a:pt x="3401568" y="265176"/>
                </a:cubicBezTo>
                <a:cubicBezTo>
                  <a:pt x="3401568" y="173736"/>
                  <a:pt x="3392424" y="82296"/>
                  <a:pt x="3374136" y="0"/>
                </a:cubicBezTo>
                <a:lnTo>
                  <a:pt x="3959352" y="0"/>
                </a:lnTo>
                <a:cubicBezTo>
                  <a:pt x="3968496" y="91440"/>
                  <a:pt x="3977640" y="173736"/>
                  <a:pt x="3977640" y="265176"/>
                </a:cubicBezTo>
                <a:cubicBezTo>
                  <a:pt x="3977640" y="1362456"/>
                  <a:pt x="3081528" y="2258568"/>
                  <a:pt x="1984248" y="2258568"/>
                </a:cubicBezTo>
                <a:cubicBezTo>
                  <a:pt x="886968" y="2258568"/>
                  <a:pt x="0" y="1362456"/>
                  <a:pt x="0" y="265176"/>
                </a:cubicBezTo>
                <a:cubicBezTo>
                  <a:pt x="0" y="173736"/>
                  <a:pt x="9144" y="91440"/>
                  <a:pt x="18288" y="0"/>
                </a:cubicBezTo>
                <a:lnTo>
                  <a:pt x="594360" y="0"/>
                </a:lnTo>
              </a:path>
            </a:pathLst>
          </a:custGeom>
          <a:solidFill>
            <a:schemeClr val="accent1"/>
          </a:solidFill>
        </p:spPr>
      </p:sp>
      <p:sp>
        <p:nvSpPr>
          <p:cNvPr id="2" name="标题 1"/>
          <p:cNvSpPr>
            <a:spLocks noGrp="1"/>
          </p:cNvSpPr>
          <p:nvPr>
            <p:ph type="title" hasCustomPrompt="1"/>
          </p:nvPr>
        </p:nvSpPr>
        <p:spPr>
          <a:xfrm>
            <a:off x="7709207" y="2637205"/>
            <a:ext cx="2880000" cy="1081088"/>
          </a:xfrm>
        </p:spPr>
        <p:txBody>
          <a:bodyPr wrap="square" anchor="b">
            <a:normAutofit/>
          </a:bodyPr>
          <a:lstStyle>
            <a:lvl1pPr algn="ctr">
              <a:buNone/>
              <a:defRPr sz="4300">
                <a:latin typeface="+mj-lt"/>
                <a:ea typeface="+mj-lt"/>
                <a:cs typeface="+mj-lt"/>
              </a:defRPr>
            </a:lvl1pPr>
          </a:lstStyle>
          <a:p>
            <a:r>
              <a:rPr>
                <a:latin typeface="+mj-lt"/>
                <a:ea typeface="+mj-lt"/>
                <a:cs typeface="+mj-lt"/>
              </a:rPr>
              <a:t>Click to add title</a:t>
            </a:r>
            <a:endParaRPr>
              <a:latin typeface="+mj-lt"/>
              <a:ea typeface="+mj-lt"/>
              <a:cs typeface="+mj-lt"/>
            </a:endParaRPr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showMasterSp="0" userDrawn="1">
  <p:cSld name="Section Header">
    <p:spTree>
      <p:nvGrpSpPr>
        <p:cNvPr id="1" name=""/>
        <p:cNvGrpSpPr/>
        <p:nvPr/>
      </p:nvGrpSpPr>
      <p:grpSpPr/>
      <p:sp>
        <p:nvSpPr>
          <p:cNvPr id="7" name="Ellipse 36_#color-2083&amp;10108"/>
          <p:cNvSpPr>
            <a:spLocks noGrp="1"/>
          </p:cNvSpPr>
          <p:nvPr/>
        </p:nvSpPr>
        <p:spPr>
          <a:xfrm>
            <a:off x="0" y="566928"/>
            <a:ext cx="5422392" cy="6291072"/>
          </a:xfrm>
          <a:custGeom>
            <a:avLst/>
            <a:gdLst/>
            <a:ahLst/>
            <a:cxnLst/>
            <a:rect l="l" t="t" r="r" b="b"/>
            <a:pathLst>
              <a:path w="5422392" h="6291072">
                <a:moveTo>
                  <a:pt x="4425696" y="6291072"/>
                </a:moveTo>
                <a:lnTo>
                  <a:pt x="0" y="6291072"/>
                </a:lnTo>
                <a:lnTo>
                  <a:pt x="0" y="393192"/>
                </a:lnTo>
                <a:cubicBezTo>
                  <a:pt x="502920" y="137160"/>
                  <a:pt x="1069848" y="0"/>
                  <a:pt x="1673352" y="0"/>
                </a:cubicBezTo>
                <a:cubicBezTo>
                  <a:pt x="3739896" y="0"/>
                  <a:pt x="5422392" y="1673352"/>
                  <a:pt x="5422392" y="3749040"/>
                </a:cubicBezTo>
                <a:cubicBezTo>
                  <a:pt x="5422392" y="4727448"/>
                  <a:pt x="5047488" y="5614416"/>
                  <a:pt x="4425696" y="6291072"/>
                </a:cubicBezTo>
              </a:path>
            </a:pathLst>
          </a:custGeom>
          <a:solidFill>
            <a:schemeClr val="accent1"/>
          </a:solidFill>
        </p:spPr>
      </p:sp>
      <p:sp>
        <p:nvSpPr>
          <p:cNvPr id="9" name="Ellipse 38_#color_#strokes-2083&amp;10111"/>
          <p:cNvSpPr>
            <a:spLocks noGrp="1"/>
          </p:cNvSpPr>
          <p:nvPr/>
        </p:nvSpPr>
        <p:spPr>
          <a:xfrm>
            <a:off x="11314176" y="1463040"/>
            <a:ext cx="877824" cy="1399032"/>
          </a:xfrm>
          <a:custGeom>
            <a:avLst/>
            <a:gdLst/>
            <a:ahLst/>
            <a:cxnLst/>
            <a:rect l="l" t="t" r="r" b="b"/>
            <a:pathLst>
              <a:path w="877824" h="1399032">
                <a:moveTo>
                  <a:pt x="877824" y="18288"/>
                </a:moveTo>
                <a:lnTo>
                  <a:pt x="877824" y="1371600"/>
                </a:lnTo>
                <a:cubicBezTo>
                  <a:pt x="822960" y="1389888"/>
                  <a:pt x="758952" y="1399032"/>
                  <a:pt x="694944" y="1399032"/>
                </a:cubicBezTo>
                <a:cubicBezTo>
                  <a:pt x="310896" y="1399032"/>
                  <a:pt x="0" y="1088136"/>
                  <a:pt x="0" y="694944"/>
                </a:cubicBezTo>
                <a:cubicBezTo>
                  <a:pt x="0" y="310896"/>
                  <a:pt x="310896" y="0"/>
                  <a:pt x="694944" y="0"/>
                </a:cubicBezTo>
                <a:cubicBezTo>
                  <a:pt x="758952" y="0"/>
                  <a:pt x="822960" y="9144"/>
                  <a:pt x="877824" y="18288"/>
                </a:cubicBezTo>
              </a:path>
            </a:pathLst>
          </a:custGeom>
          <a:solidFill>
            <a:schemeClr val="accent1"/>
          </a:solidFill>
        </p:spPr>
      </p:sp>
      <p:sp>
        <p:nvSpPr>
          <p:cNvPr id="10" name="Ellipse 39_#color_#strokes-2082&amp;9935"/>
          <p:cNvSpPr>
            <a:spLocks noGrp="1"/>
          </p:cNvSpPr>
          <p:nvPr/>
        </p:nvSpPr>
        <p:spPr>
          <a:xfrm>
            <a:off x="10131552" y="301752"/>
            <a:ext cx="530352" cy="530352"/>
          </a:xfrm>
          <a:prstGeom prst="ellipse">
            <a:avLst/>
          </a:prstGeom>
          <a:solidFill>
            <a:schemeClr val="tx2">
              <a:alpha val="43000"/>
            </a:schemeClr>
          </a:solidFill>
        </p:spPr>
      </p:sp>
      <p:sp>
        <p:nvSpPr>
          <p:cNvPr id="2" name="标题 1"/>
          <p:cNvSpPr>
            <a:spLocks noGrp="1"/>
          </p:cNvSpPr>
          <p:nvPr>
            <p:ph type="title" hasCustomPrompt="1"/>
          </p:nvPr>
        </p:nvSpPr>
        <p:spPr>
          <a:xfrm>
            <a:off x="5850890" y="1621790"/>
            <a:ext cx="5464175" cy="2789555"/>
          </a:xfrm>
        </p:spPr>
        <p:txBody>
          <a:bodyPr wrap="square" anchor="ctr">
            <a:normAutofit/>
          </a:bodyPr>
          <a:lstStyle>
            <a:lvl1pPr algn="l">
              <a:buNone/>
              <a:defRPr sz="4800">
                <a:latin typeface="+mj-lt"/>
                <a:ea typeface="+mj-lt"/>
                <a:cs typeface="+mj-lt"/>
              </a:defRPr>
            </a:lvl1pPr>
          </a:lstStyle>
          <a:p>
            <a:r>
              <a:rPr>
                <a:latin typeface="+mj-lt"/>
                <a:ea typeface="+mj-lt"/>
                <a:cs typeface="+mj-lt"/>
              </a:rPr>
              <a:t>Click to add title</a:t>
            </a:r>
            <a:endParaRPr>
              <a:latin typeface="+mj-lt"/>
              <a:ea typeface="+mj-lt"/>
              <a:cs typeface="+mj-lt"/>
            </a:endParaRPr>
          </a:p>
        </p:txBody>
      </p:sp>
      <p:sp>
        <p:nvSpPr>
          <p:cNvPr id="8" name="节编号 3"/>
          <p:cNvSpPr>
            <a:spLocks noGrp="1"/>
          </p:cNvSpPr>
          <p:nvPr>
            <p:ph type="body" idx="13" hasCustomPrompt="1"/>
          </p:nvPr>
        </p:nvSpPr>
        <p:spPr>
          <a:xfrm>
            <a:off x="1130518" y="665438"/>
            <a:ext cx="4402908" cy="4700971"/>
          </a:xfrm>
        </p:spPr>
        <p:txBody>
          <a:bodyPr wrap="none" anchor="ctr">
            <a:normAutofit/>
          </a:bodyPr>
          <a:lstStyle>
            <a:lvl1pPr marL="0" indent="0" algn="ctr">
              <a:buNone/>
              <a:defRPr sz="15300" b="1">
                <a:solidFill>
                  <a:srgbClr val="FFFFFF"/>
                </a:solidFill>
                <a:latin typeface="+mn-lt"/>
                <a:ea typeface="+mn-lt"/>
                <a:cs typeface="+mn-lt"/>
              </a:defRPr>
            </a:lvl1pPr>
          </a:lstStyle>
          <a:p>
            <a:pPr lvl="0">
              <a:buNone/>
            </a:pPr>
            <a:r>
              <a:rPr>
                <a:latin typeface="+mn-lt"/>
                <a:ea typeface="+mn-lt"/>
                <a:cs typeface="+mn-lt"/>
              </a:rPr>
              <a:t>text</a:t>
            </a:r>
            <a:endParaRPr>
              <a:latin typeface="+mn-lt"/>
              <a:ea typeface="+mn-lt"/>
              <a:cs typeface="+mn-lt"/>
            </a:endParaRPr>
          </a:p>
        </p:txBody>
      </p:sp>
      <p:sp>
        <p:nvSpPr>
          <p:cNvPr id="4" name="日期占位符 4"/>
          <p:cNvSpPr>
            <a:spLocks noGrp="1"/>
          </p:cNvSpPr>
          <p:nvPr>
            <p:ph type="dt" idx="10"/>
          </p:nvPr>
        </p:nvSpPr>
        <p:spPr/>
        <p:txBody>
          <a:bodyPr wrap="square">
            <a:normAutofit/>
          </a:bodyPr>
          <a:lstStyle>
            <a:lvl1pPr>
              <a:buNone/>
              <a:defRPr>
                <a:latin typeface="Calibri" panose="020F0502020204030204"/>
                <a:ea typeface="Calibri" panose="020F0502020204030204"/>
                <a:cs typeface="Calibri" panose="020F0502020204030204"/>
              </a:defRPr>
            </a:lvl1pPr>
          </a:lstStyle>
          <a:p>
            <a:r>
              <a:t>Date Area</a:t>
            </a:r>
          </a:p>
        </p:txBody>
      </p:sp>
      <p:sp>
        <p:nvSpPr>
          <p:cNvPr id="5" name="页脚占位符 5"/>
          <p:cNvSpPr>
            <a:spLocks noGrp="1"/>
          </p:cNvSpPr>
          <p:nvPr>
            <p:ph type="ftr" idx="11"/>
          </p:nvPr>
        </p:nvSpPr>
        <p:spPr/>
        <p:txBody>
          <a:bodyPr/>
          <a:lstStyle>
            <a:lvl1pPr>
              <a:buNone/>
              <a:defRPr>
                <a:latin typeface="Calibri" panose="020F0502020204030204"/>
                <a:ea typeface="Calibri" panose="020F0502020204030204"/>
                <a:cs typeface="Calibri" panose="020F0502020204030204"/>
              </a:defRPr>
            </a:lvl1pPr>
          </a:lstStyle>
          <a:p/>
        </p:txBody>
      </p:sp>
      <p:sp>
        <p:nvSpPr>
          <p:cNvPr id="6" name="灯片编号占位符 6"/>
          <p:cNvSpPr>
            <a:spLocks noGrp="1"/>
          </p:cNvSpPr>
          <p:nvPr>
            <p:ph type="sldNum" idx="12"/>
          </p:nvPr>
        </p:nvSpPr>
        <p:spPr/>
        <p:txBody>
          <a:bodyPr wrap="square">
            <a:normAutofit/>
          </a:bodyPr>
          <a:lstStyle>
            <a:lvl1pPr>
              <a:buNone/>
              <a:defRPr>
                <a:latin typeface="Calibri" panose="020F0502020204030204"/>
                <a:ea typeface="Calibri" panose="020F0502020204030204"/>
                <a:cs typeface="Calibri" panose="020F0502020204030204"/>
              </a:defRPr>
            </a:lvl1pPr>
          </a:lstStyle>
          <a:p/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 hasCustomPrompt="1"/>
          </p:nvPr>
        </p:nvSpPr>
        <p:spPr/>
        <p:txBody>
          <a:bodyPr vert="horz" wrap="square" lIns="0" tIns="0" rIns="0" bIns="0" anchor="b">
            <a:normAutofit/>
          </a:bodyPr>
          <a:lstStyle>
            <a:lvl1pPr>
              <a:buNone/>
              <a:defRPr>
                <a:latin typeface="+mj-lt"/>
                <a:ea typeface="+mj-lt"/>
                <a:cs typeface="+mj-lt"/>
              </a:defRPr>
            </a:lvl1pPr>
          </a:lstStyle>
          <a:p>
            <a:pPr lvl="0">
              <a:buNone/>
            </a:pPr>
            <a:r>
              <a:rPr>
                <a:latin typeface="+mj-lt"/>
                <a:ea typeface="+mj-lt"/>
                <a:cs typeface="+mj-lt"/>
              </a:rPr>
              <a:t>Click to add title</a:t>
            </a:r>
            <a:endParaRPr>
              <a:latin typeface="+mj-lt"/>
              <a:ea typeface="+mj-lt"/>
              <a:cs typeface="+mj-lt"/>
            </a:endParaRPr>
          </a:p>
        </p:txBody>
      </p:sp>
      <p:sp>
        <p:nvSpPr>
          <p:cNvPr id="3" name="内容占位符 2"/>
          <p:cNvSpPr>
            <a:spLocks noGrp="1"/>
          </p:cNvSpPr>
          <p:nvPr>
            <p:ph idx="1" hasCustomPrompt="1"/>
          </p:nvPr>
        </p:nvSpPr>
        <p:spPr>
          <a:xfrm>
            <a:off x="694800" y="1364400"/>
            <a:ext cx="5181600" cy="4813200"/>
          </a:xfrm>
        </p:spPr>
        <p:txBody>
          <a:bodyPr wrap="square">
            <a:normAutofit/>
          </a:bodyPr>
          <a:lstStyle>
            <a:lvl1pPr>
              <a:buNone/>
              <a:defRPr>
                <a:latin typeface="+mn-lt"/>
                <a:ea typeface="+mn-lt"/>
                <a:cs typeface="+mn-lt"/>
              </a:defRPr>
            </a:lvl1pPr>
            <a:lvl2pPr>
              <a:buNone/>
              <a:defRPr>
                <a:latin typeface="+mn-lt"/>
                <a:ea typeface="+mn-lt"/>
                <a:cs typeface="+mn-lt"/>
              </a:defRPr>
            </a:lvl2pPr>
            <a:lvl3pPr>
              <a:buNone/>
              <a:defRPr>
                <a:latin typeface="+mn-lt"/>
                <a:ea typeface="+mn-lt"/>
                <a:cs typeface="+mn-lt"/>
              </a:defRPr>
            </a:lvl3pPr>
            <a:lvl4pPr>
              <a:buNone/>
              <a:defRPr>
                <a:latin typeface="+mn-lt"/>
                <a:ea typeface="+mn-lt"/>
                <a:cs typeface="+mn-lt"/>
              </a:defRPr>
            </a:lvl4pPr>
            <a:lvl5pPr>
              <a:buNone/>
              <a:defRPr>
                <a:latin typeface="+mn-lt"/>
                <a:ea typeface="+mn-lt"/>
                <a:cs typeface="+mn-lt"/>
              </a:defRPr>
            </a:lvl5pPr>
          </a:lstStyle>
          <a:p>
            <a:pPr lvl="0">
              <a:buNone/>
            </a:pPr>
            <a:r>
              <a:rPr>
                <a:latin typeface="+mn-lt"/>
                <a:ea typeface="+mn-lt"/>
                <a:cs typeface="+mn-lt"/>
              </a:rPr>
              <a:t>Click to add text</a:t>
            </a:r>
            <a:endParaRPr>
              <a:latin typeface="+mn-lt"/>
              <a:ea typeface="+mn-lt"/>
              <a:cs typeface="+mn-lt"/>
            </a:endParaRPr>
          </a:p>
        </p:txBody>
      </p:sp>
      <p:sp>
        <p:nvSpPr>
          <p:cNvPr id="4" name="内容占位符 3"/>
          <p:cNvSpPr>
            <a:spLocks noGrp="1"/>
          </p:cNvSpPr>
          <p:nvPr>
            <p:ph idx="2" hasCustomPrompt="1"/>
          </p:nvPr>
        </p:nvSpPr>
        <p:spPr>
          <a:xfrm>
            <a:off x="6313200" y="1364400"/>
            <a:ext cx="5181600" cy="4813200"/>
          </a:xfrm>
        </p:spPr>
        <p:txBody>
          <a:bodyPr wrap="square">
            <a:normAutofit/>
          </a:bodyPr>
          <a:lstStyle>
            <a:lvl1pPr>
              <a:buNone/>
              <a:defRPr>
                <a:latin typeface="+mn-lt"/>
                <a:ea typeface="+mn-lt"/>
                <a:cs typeface="+mn-lt"/>
              </a:defRPr>
            </a:lvl1pPr>
            <a:lvl2pPr>
              <a:buNone/>
              <a:defRPr>
                <a:latin typeface="+mn-lt"/>
                <a:ea typeface="+mn-lt"/>
                <a:cs typeface="+mn-lt"/>
              </a:defRPr>
            </a:lvl2pPr>
            <a:lvl3pPr>
              <a:buNone/>
              <a:defRPr>
                <a:latin typeface="+mn-lt"/>
                <a:ea typeface="+mn-lt"/>
                <a:cs typeface="+mn-lt"/>
              </a:defRPr>
            </a:lvl3pPr>
            <a:lvl4pPr>
              <a:buNone/>
              <a:defRPr>
                <a:latin typeface="+mn-lt"/>
                <a:ea typeface="+mn-lt"/>
                <a:cs typeface="+mn-lt"/>
              </a:defRPr>
            </a:lvl4pPr>
            <a:lvl5pPr>
              <a:buNone/>
              <a:defRPr>
                <a:latin typeface="+mn-lt"/>
                <a:ea typeface="+mn-lt"/>
                <a:cs typeface="+mn-lt"/>
              </a:defRPr>
            </a:lvl5pPr>
          </a:lstStyle>
          <a:p>
            <a:pPr lvl="0">
              <a:buNone/>
            </a:pPr>
            <a:r>
              <a:rPr>
                <a:latin typeface="+mn-lt"/>
                <a:ea typeface="+mn-lt"/>
                <a:cs typeface="+mn-lt"/>
              </a:rPr>
              <a:t>Click to add text</a:t>
            </a:r>
            <a:endParaRPr>
              <a:latin typeface="+mn-lt"/>
              <a:ea typeface="+mn-lt"/>
              <a:cs typeface="+mn-lt"/>
            </a:endParaRPr>
          </a:p>
        </p:txBody>
      </p:sp>
      <p:sp>
        <p:nvSpPr>
          <p:cNvPr id="5" name="日期占位符 4"/>
          <p:cNvSpPr>
            <a:spLocks noGrp="1"/>
          </p:cNvSpPr>
          <p:nvPr>
            <p:ph type="dt" idx="10"/>
          </p:nvPr>
        </p:nvSpPr>
        <p:spPr/>
        <p:txBody>
          <a:bodyPr wrap="square">
            <a:normAutofit/>
          </a:bodyPr>
          <a:lstStyle>
            <a:lvl1pPr>
              <a:buNone/>
              <a:defRPr>
                <a:latin typeface="Calibri" panose="020F0502020204030204"/>
                <a:ea typeface="Calibri" panose="020F0502020204030204"/>
                <a:cs typeface="Calibri" panose="020F0502020204030204"/>
              </a:defRPr>
            </a:lvl1pPr>
          </a:lstStyle>
          <a:p>
            <a:r>
              <a:t>Date Area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idx="11"/>
          </p:nvPr>
        </p:nvSpPr>
        <p:spPr/>
        <p:txBody>
          <a:bodyPr/>
          <a:lstStyle>
            <a:lvl1pPr>
              <a:buNone/>
              <a:defRPr>
                <a:latin typeface="Calibri" panose="020F0502020204030204"/>
                <a:ea typeface="Calibri" panose="020F0502020204030204"/>
                <a:cs typeface="Calibri" panose="020F0502020204030204"/>
              </a:defRPr>
            </a:lvl1pPr>
          </a:lstStyle>
          <a:p/>
        </p:txBody>
      </p:sp>
      <p:sp>
        <p:nvSpPr>
          <p:cNvPr id="7" name="灯片编号占位符 6"/>
          <p:cNvSpPr>
            <a:spLocks noGrp="1"/>
          </p:cNvSpPr>
          <p:nvPr>
            <p:ph type="sldNum" idx="12"/>
          </p:nvPr>
        </p:nvSpPr>
        <p:spPr/>
        <p:txBody>
          <a:bodyPr wrap="square">
            <a:normAutofit/>
          </a:bodyPr>
          <a:lstStyle>
            <a:lvl1pPr>
              <a:buNone/>
              <a:defRPr>
                <a:latin typeface="Calibri" panose="020F0502020204030204"/>
                <a:ea typeface="Calibri" panose="020F0502020204030204"/>
                <a:cs typeface="Calibri" panose="020F0502020204030204"/>
              </a:defRPr>
            </a:lvl1pPr>
          </a:lstStyle>
          <a:p/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 hasCustomPrompt="1"/>
          </p:nvPr>
        </p:nvSpPr>
        <p:spPr>
          <a:xfrm>
            <a:off x="694800" y="360000"/>
            <a:ext cx="10800000" cy="720000"/>
          </a:xfrm>
        </p:spPr>
        <p:txBody>
          <a:bodyPr vert="horz" wrap="square" lIns="0" tIns="0" rIns="0" bIns="0" anchor="b">
            <a:normAutofit/>
          </a:bodyPr>
          <a:lstStyle>
            <a:lvl1pPr>
              <a:buNone/>
              <a:defRPr>
                <a:latin typeface="+mj-lt"/>
                <a:ea typeface="+mj-lt"/>
                <a:cs typeface="+mj-lt"/>
              </a:defRPr>
            </a:lvl1pPr>
          </a:lstStyle>
          <a:p>
            <a:pPr lvl="0">
              <a:buNone/>
            </a:pPr>
            <a:r>
              <a:rPr>
                <a:latin typeface="+mj-lt"/>
                <a:ea typeface="+mj-lt"/>
                <a:cs typeface="+mj-lt"/>
              </a:rPr>
              <a:t>Click to add title</a:t>
            </a:r>
            <a:endParaRPr>
              <a:latin typeface="+mj-lt"/>
              <a:ea typeface="+mj-lt"/>
              <a:cs typeface="+mj-lt"/>
            </a:endParaRPr>
          </a:p>
        </p:txBody>
      </p:sp>
      <p:sp>
        <p:nvSpPr>
          <p:cNvPr id="3" name="文本占位符 2"/>
          <p:cNvSpPr>
            <a:spLocks noGrp="1"/>
          </p:cNvSpPr>
          <p:nvPr>
            <p:ph type="body" idx="1" hasCustomPrompt="1"/>
          </p:nvPr>
        </p:nvSpPr>
        <p:spPr>
          <a:xfrm>
            <a:off x="694800" y="1364400"/>
            <a:ext cx="5157787" cy="540000"/>
          </a:xfrm>
        </p:spPr>
        <p:txBody>
          <a:bodyPr wrap="square" anchor="b">
            <a:normAutofit/>
          </a:bodyPr>
          <a:lstStyle>
            <a:lvl1pPr marL="0" indent="0">
              <a:buNone/>
              <a:defRPr sz="2400" b="1">
                <a:latin typeface="+mj-lt"/>
                <a:ea typeface="+mj-lt"/>
                <a:cs typeface="+mj-lt"/>
              </a:defRPr>
            </a:lvl1pPr>
            <a:lvl2pPr marL="457200" indent="0">
              <a:buNone/>
              <a:defRPr sz="2000" b="1">
                <a:latin typeface="+mj-lt"/>
                <a:ea typeface="+mj-lt"/>
                <a:cs typeface="+mj-lt"/>
              </a:defRPr>
            </a:lvl2pPr>
            <a:lvl3pPr marL="914400" indent="0">
              <a:buNone/>
              <a:defRPr sz="1800" b="1">
                <a:latin typeface="+mj-lt"/>
                <a:ea typeface="+mj-lt"/>
                <a:cs typeface="+mj-lt"/>
              </a:defRPr>
            </a:lvl3pPr>
            <a:lvl4pPr marL="1371600" indent="0">
              <a:buNone/>
              <a:defRPr sz="1600" b="1">
                <a:latin typeface="+mj-lt"/>
                <a:ea typeface="+mj-lt"/>
                <a:cs typeface="+mj-lt"/>
              </a:defRPr>
            </a:lvl4pPr>
            <a:lvl5pPr marL="1828800" indent="0">
              <a:buNone/>
              <a:defRPr sz="1600" b="1">
                <a:latin typeface="+mj-lt"/>
                <a:ea typeface="+mj-lt"/>
                <a:cs typeface="+mj-lt"/>
              </a:defRPr>
            </a:lvl5pPr>
            <a:lvl6pPr marL="2286000" indent="0">
              <a:buNone/>
              <a:defRPr sz="1600" b="1">
                <a:latin typeface="+mj-lt"/>
                <a:ea typeface="+mj-lt"/>
                <a:cs typeface="+mj-lt"/>
              </a:defRPr>
            </a:lvl6pPr>
            <a:lvl7pPr marL="2743200" indent="0">
              <a:buNone/>
              <a:defRPr sz="1600" b="1">
                <a:latin typeface="+mj-lt"/>
                <a:ea typeface="+mj-lt"/>
                <a:cs typeface="+mj-lt"/>
              </a:defRPr>
            </a:lvl7pPr>
            <a:lvl8pPr marL="3200400" indent="0">
              <a:buNone/>
              <a:defRPr sz="1600" b="1">
                <a:latin typeface="+mj-lt"/>
                <a:ea typeface="+mj-lt"/>
                <a:cs typeface="+mj-lt"/>
              </a:defRPr>
            </a:lvl8pPr>
            <a:lvl9pPr marL="3657600" indent="0">
              <a:buNone/>
              <a:defRPr sz="1600" b="1">
                <a:latin typeface="+mj-lt"/>
                <a:ea typeface="+mj-lt"/>
                <a:cs typeface="+mj-lt"/>
              </a:defRPr>
            </a:lvl9pPr>
          </a:lstStyle>
          <a:p>
            <a:pPr lvl="0">
              <a:buNone/>
            </a:pPr>
            <a:r>
              <a:rPr>
                <a:latin typeface="+mj-lt"/>
                <a:ea typeface="+mj-lt"/>
                <a:cs typeface="+mj-lt"/>
              </a:rPr>
              <a:t>Click to add text</a:t>
            </a:r>
            <a:endParaRPr>
              <a:latin typeface="+mj-lt"/>
              <a:ea typeface="+mj-lt"/>
              <a:cs typeface="+mj-lt"/>
            </a:endParaRPr>
          </a:p>
        </p:txBody>
      </p:sp>
      <p:sp>
        <p:nvSpPr>
          <p:cNvPr id="4" name="内容占位符 3"/>
          <p:cNvSpPr>
            <a:spLocks noGrp="1"/>
          </p:cNvSpPr>
          <p:nvPr>
            <p:ph idx="2" hasCustomPrompt="1"/>
          </p:nvPr>
        </p:nvSpPr>
        <p:spPr>
          <a:xfrm>
            <a:off x="694800" y="2061275"/>
            <a:ext cx="5157787" cy="4128388"/>
          </a:xfrm>
        </p:spPr>
        <p:txBody>
          <a:bodyPr wrap="square">
            <a:normAutofit/>
          </a:bodyPr>
          <a:lstStyle>
            <a:lvl1pPr>
              <a:buNone/>
              <a:defRPr sz="2200">
                <a:latin typeface="+mn-lt"/>
                <a:ea typeface="+mn-lt"/>
                <a:cs typeface="+mn-lt"/>
              </a:defRPr>
            </a:lvl1pPr>
            <a:lvl2pPr>
              <a:buNone/>
              <a:defRPr>
                <a:latin typeface="+mn-lt"/>
                <a:ea typeface="+mn-lt"/>
                <a:cs typeface="+mn-lt"/>
              </a:defRPr>
            </a:lvl2pPr>
            <a:lvl3pPr>
              <a:buNone/>
              <a:defRPr>
                <a:latin typeface="+mn-lt"/>
                <a:ea typeface="+mn-lt"/>
                <a:cs typeface="+mn-lt"/>
              </a:defRPr>
            </a:lvl3pPr>
            <a:lvl4pPr>
              <a:buNone/>
              <a:defRPr>
                <a:latin typeface="+mn-lt"/>
                <a:ea typeface="+mn-lt"/>
                <a:cs typeface="+mn-lt"/>
              </a:defRPr>
            </a:lvl4pPr>
            <a:lvl5pPr>
              <a:buNone/>
              <a:defRPr>
                <a:latin typeface="+mn-lt"/>
                <a:ea typeface="+mn-lt"/>
                <a:cs typeface="+mn-lt"/>
              </a:defRPr>
            </a:lvl5pPr>
          </a:lstStyle>
          <a:p>
            <a:pPr lvl="0">
              <a:buNone/>
            </a:pPr>
            <a:r>
              <a:rPr>
                <a:latin typeface="+mn-lt"/>
                <a:ea typeface="+mn-lt"/>
                <a:cs typeface="+mn-lt"/>
              </a:rPr>
              <a:t>Click to add text</a:t>
            </a:r>
            <a:endParaRPr>
              <a:latin typeface="+mn-lt"/>
              <a:ea typeface="+mn-lt"/>
              <a:cs typeface="+mn-lt"/>
            </a:endParaRPr>
          </a:p>
        </p:txBody>
      </p:sp>
      <p:sp>
        <p:nvSpPr>
          <p:cNvPr id="5" name="文本占位符 4"/>
          <p:cNvSpPr>
            <a:spLocks noGrp="1"/>
          </p:cNvSpPr>
          <p:nvPr>
            <p:ph type="body" idx="3" hasCustomPrompt="1"/>
          </p:nvPr>
        </p:nvSpPr>
        <p:spPr>
          <a:xfrm>
            <a:off x="6311612" y="1364400"/>
            <a:ext cx="5183188" cy="540000"/>
          </a:xfrm>
        </p:spPr>
        <p:txBody>
          <a:bodyPr wrap="square" anchor="b">
            <a:normAutofit/>
          </a:bodyPr>
          <a:lstStyle>
            <a:lvl1pPr marL="0" indent="0">
              <a:buNone/>
              <a:defRPr sz="2400" b="1">
                <a:latin typeface="+mj-lt"/>
                <a:ea typeface="+mj-lt"/>
                <a:cs typeface="+mj-lt"/>
              </a:defRPr>
            </a:lvl1pPr>
            <a:lvl2pPr marL="457200" indent="0">
              <a:buNone/>
              <a:defRPr sz="2000" b="1">
                <a:latin typeface="+mj-lt"/>
                <a:ea typeface="+mj-lt"/>
                <a:cs typeface="+mj-lt"/>
              </a:defRPr>
            </a:lvl2pPr>
            <a:lvl3pPr marL="914400" indent="0">
              <a:buNone/>
              <a:defRPr sz="1800" b="1">
                <a:latin typeface="+mj-lt"/>
                <a:ea typeface="+mj-lt"/>
                <a:cs typeface="+mj-lt"/>
              </a:defRPr>
            </a:lvl3pPr>
            <a:lvl4pPr marL="1371600" indent="0">
              <a:buNone/>
              <a:defRPr sz="1600" b="1">
                <a:latin typeface="+mj-lt"/>
                <a:ea typeface="+mj-lt"/>
                <a:cs typeface="+mj-lt"/>
              </a:defRPr>
            </a:lvl4pPr>
            <a:lvl5pPr marL="1828800" indent="0">
              <a:buNone/>
              <a:defRPr sz="1600" b="1">
                <a:latin typeface="+mj-lt"/>
                <a:ea typeface="+mj-lt"/>
                <a:cs typeface="+mj-lt"/>
              </a:defRPr>
            </a:lvl5pPr>
            <a:lvl6pPr marL="2286000" indent="0">
              <a:buNone/>
              <a:defRPr sz="1600" b="1">
                <a:latin typeface="+mj-lt"/>
                <a:ea typeface="+mj-lt"/>
                <a:cs typeface="+mj-lt"/>
              </a:defRPr>
            </a:lvl6pPr>
            <a:lvl7pPr marL="2743200" indent="0">
              <a:buNone/>
              <a:defRPr sz="1600" b="1">
                <a:latin typeface="+mj-lt"/>
                <a:ea typeface="+mj-lt"/>
                <a:cs typeface="+mj-lt"/>
              </a:defRPr>
            </a:lvl7pPr>
            <a:lvl8pPr marL="3200400" indent="0">
              <a:buNone/>
              <a:defRPr sz="1600" b="1">
                <a:latin typeface="+mj-lt"/>
                <a:ea typeface="+mj-lt"/>
                <a:cs typeface="+mj-lt"/>
              </a:defRPr>
            </a:lvl8pPr>
            <a:lvl9pPr marL="3657600" indent="0">
              <a:buNone/>
              <a:defRPr sz="1600" b="1">
                <a:latin typeface="+mj-lt"/>
                <a:ea typeface="+mj-lt"/>
                <a:cs typeface="+mj-lt"/>
              </a:defRPr>
            </a:lvl9pPr>
          </a:lstStyle>
          <a:p>
            <a:pPr lvl="0">
              <a:buNone/>
            </a:pPr>
            <a:r>
              <a:rPr>
                <a:latin typeface="+mj-lt"/>
                <a:ea typeface="+mj-lt"/>
                <a:cs typeface="+mj-lt"/>
              </a:rPr>
              <a:t>Click to add text</a:t>
            </a:r>
            <a:endParaRPr>
              <a:latin typeface="+mj-lt"/>
              <a:ea typeface="+mj-lt"/>
              <a:cs typeface="+mj-lt"/>
            </a:endParaRPr>
          </a:p>
        </p:txBody>
      </p:sp>
      <p:sp>
        <p:nvSpPr>
          <p:cNvPr id="6" name="内容占位符 5"/>
          <p:cNvSpPr>
            <a:spLocks noGrp="1"/>
          </p:cNvSpPr>
          <p:nvPr>
            <p:ph idx="4" hasCustomPrompt="1"/>
          </p:nvPr>
        </p:nvSpPr>
        <p:spPr>
          <a:xfrm>
            <a:off x="6311612" y="2061275"/>
            <a:ext cx="5183188" cy="4128388"/>
          </a:xfrm>
        </p:spPr>
        <p:txBody>
          <a:bodyPr wrap="square">
            <a:normAutofit/>
          </a:bodyPr>
          <a:lstStyle>
            <a:lvl1pPr>
              <a:buNone/>
              <a:defRPr sz="2200">
                <a:latin typeface="+mn-lt"/>
                <a:ea typeface="+mn-lt"/>
                <a:cs typeface="+mn-lt"/>
              </a:defRPr>
            </a:lvl1pPr>
            <a:lvl2pPr>
              <a:buNone/>
              <a:defRPr>
                <a:latin typeface="+mn-lt"/>
                <a:ea typeface="+mn-lt"/>
                <a:cs typeface="+mn-lt"/>
              </a:defRPr>
            </a:lvl2pPr>
            <a:lvl3pPr>
              <a:buNone/>
              <a:defRPr>
                <a:latin typeface="+mn-lt"/>
                <a:ea typeface="+mn-lt"/>
                <a:cs typeface="+mn-lt"/>
              </a:defRPr>
            </a:lvl3pPr>
            <a:lvl4pPr>
              <a:buNone/>
              <a:defRPr>
                <a:latin typeface="+mn-lt"/>
                <a:ea typeface="+mn-lt"/>
                <a:cs typeface="+mn-lt"/>
              </a:defRPr>
            </a:lvl4pPr>
            <a:lvl5pPr>
              <a:buNone/>
              <a:defRPr>
                <a:latin typeface="+mn-lt"/>
                <a:ea typeface="+mn-lt"/>
                <a:cs typeface="+mn-lt"/>
              </a:defRPr>
            </a:lvl5pPr>
          </a:lstStyle>
          <a:p>
            <a:pPr lvl="0">
              <a:buNone/>
            </a:pPr>
            <a:r>
              <a:rPr>
                <a:latin typeface="+mn-lt"/>
                <a:ea typeface="+mn-lt"/>
                <a:cs typeface="+mn-lt"/>
              </a:rPr>
              <a:t>Click to add text</a:t>
            </a:r>
            <a:endParaRPr>
              <a:latin typeface="+mn-lt"/>
              <a:ea typeface="+mn-lt"/>
              <a:cs typeface="+mn-lt"/>
            </a:endParaRPr>
          </a:p>
        </p:txBody>
      </p:sp>
      <p:sp>
        <p:nvSpPr>
          <p:cNvPr id="7" name="日期占位符 6"/>
          <p:cNvSpPr>
            <a:spLocks noGrp="1"/>
          </p:cNvSpPr>
          <p:nvPr>
            <p:ph type="dt" idx="10"/>
          </p:nvPr>
        </p:nvSpPr>
        <p:spPr/>
        <p:txBody>
          <a:bodyPr wrap="square">
            <a:normAutofit/>
          </a:bodyPr>
          <a:lstStyle>
            <a:lvl1pPr>
              <a:buNone/>
              <a:defRPr>
                <a:latin typeface="Calibri" panose="020F0502020204030204"/>
                <a:ea typeface="Calibri" panose="020F0502020204030204"/>
                <a:cs typeface="Calibri" panose="020F0502020204030204"/>
              </a:defRPr>
            </a:lvl1pPr>
          </a:lstStyle>
          <a:p>
            <a:r>
              <a:t>Date Area</a:t>
            </a:r>
          </a:p>
        </p:txBody>
      </p:sp>
      <p:sp>
        <p:nvSpPr>
          <p:cNvPr id="8" name="页脚占位符 7"/>
          <p:cNvSpPr>
            <a:spLocks noGrp="1"/>
          </p:cNvSpPr>
          <p:nvPr>
            <p:ph type="ftr" idx="11"/>
          </p:nvPr>
        </p:nvSpPr>
        <p:spPr/>
        <p:txBody>
          <a:bodyPr/>
          <a:lstStyle>
            <a:lvl1pPr>
              <a:buNone/>
              <a:defRPr>
                <a:latin typeface="Calibri" panose="020F0502020204030204"/>
                <a:ea typeface="Calibri" panose="020F0502020204030204"/>
                <a:cs typeface="Calibri" panose="020F0502020204030204"/>
              </a:defRPr>
            </a:lvl1pPr>
          </a:lstStyle>
          <a:p/>
        </p:txBody>
      </p:sp>
      <p:sp>
        <p:nvSpPr>
          <p:cNvPr id="9" name="灯片编号占位符 8"/>
          <p:cNvSpPr>
            <a:spLocks noGrp="1"/>
          </p:cNvSpPr>
          <p:nvPr>
            <p:ph type="sldNum" idx="12"/>
          </p:nvPr>
        </p:nvSpPr>
        <p:spPr/>
        <p:txBody>
          <a:bodyPr wrap="square">
            <a:normAutofit/>
          </a:bodyPr>
          <a:lstStyle>
            <a:lvl1pPr>
              <a:buNone/>
              <a:defRPr>
                <a:latin typeface="Calibri" panose="020F0502020204030204"/>
                <a:ea typeface="Calibri" panose="020F0502020204030204"/>
                <a:cs typeface="Calibri" panose="020F0502020204030204"/>
              </a:defRPr>
            </a:lvl1pPr>
          </a:lstStyle>
          <a:p/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 hasCustomPrompt="1"/>
          </p:nvPr>
        </p:nvSpPr>
        <p:spPr/>
        <p:txBody>
          <a:bodyPr wrap="square">
            <a:normAutofit/>
          </a:bodyPr>
          <a:lstStyle>
            <a:lvl1pPr>
              <a:buNone/>
              <a:defRPr>
                <a:latin typeface="+mj-lt"/>
                <a:ea typeface="+mj-lt"/>
                <a:cs typeface="+mj-lt"/>
              </a:defRPr>
            </a:lvl1pPr>
          </a:lstStyle>
          <a:p>
            <a:r>
              <a:rPr>
                <a:latin typeface="+mj-lt"/>
                <a:ea typeface="+mj-lt"/>
                <a:cs typeface="+mj-lt"/>
              </a:rPr>
              <a:t>Click to add title</a:t>
            </a:r>
            <a:endParaRPr>
              <a:latin typeface="+mj-lt"/>
              <a:ea typeface="+mj-lt"/>
              <a:cs typeface="+mj-lt"/>
            </a:endParaRPr>
          </a:p>
        </p:txBody>
      </p:sp>
      <p:sp>
        <p:nvSpPr>
          <p:cNvPr id="3" name="日期占位符 2"/>
          <p:cNvSpPr>
            <a:spLocks noGrp="1"/>
          </p:cNvSpPr>
          <p:nvPr>
            <p:ph type="dt" idx="10"/>
          </p:nvPr>
        </p:nvSpPr>
        <p:spPr/>
        <p:txBody>
          <a:bodyPr wrap="square">
            <a:normAutofit/>
          </a:bodyPr>
          <a:lstStyle>
            <a:lvl1pPr>
              <a:buNone/>
              <a:defRPr>
                <a:latin typeface="Calibri" panose="020F0502020204030204"/>
                <a:ea typeface="Calibri" panose="020F0502020204030204"/>
                <a:cs typeface="Calibri" panose="020F0502020204030204"/>
              </a:defRPr>
            </a:lvl1pPr>
          </a:lstStyle>
          <a:p>
            <a:r>
              <a:t>Date Area</a:t>
            </a:r>
          </a:p>
        </p:txBody>
      </p:sp>
      <p:sp>
        <p:nvSpPr>
          <p:cNvPr id="4" name="页脚占位符 3"/>
          <p:cNvSpPr>
            <a:spLocks noGrp="1"/>
          </p:cNvSpPr>
          <p:nvPr>
            <p:ph type="ftr" idx="11"/>
          </p:nvPr>
        </p:nvSpPr>
        <p:spPr/>
        <p:txBody>
          <a:bodyPr/>
          <a:lstStyle>
            <a:lvl1pPr>
              <a:buNone/>
              <a:defRPr>
                <a:latin typeface="Calibri" panose="020F0502020204030204"/>
                <a:ea typeface="Calibri" panose="020F0502020204030204"/>
                <a:cs typeface="Calibri" panose="020F0502020204030204"/>
              </a:defRPr>
            </a:lvl1pPr>
          </a:lstStyle>
          <a:p/>
        </p:txBody>
      </p:sp>
      <p:sp>
        <p:nvSpPr>
          <p:cNvPr id="5" name="灯片编号占位符 4"/>
          <p:cNvSpPr>
            <a:spLocks noGrp="1"/>
          </p:cNvSpPr>
          <p:nvPr>
            <p:ph type="sldNum" idx="12"/>
          </p:nvPr>
        </p:nvSpPr>
        <p:spPr/>
        <p:txBody>
          <a:bodyPr wrap="square">
            <a:normAutofit/>
          </a:bodyPr>
          <a:lstStyle>
            <a:lvl1pPr>
              <a:buNone/>
              <a:defRPr>
                <a:latin typeface="Calibri" panose="020F0502020204030204"/>
                <a:ea typeface="Calibri" panose="020F0502020204030204"/>
                <a:cs typeface="Calibri" panose="020F0502020204030204"/>
              </a:defRPr>
            </a:lvl1pPr>
          </a:lstStyle>
          <a:p/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/>
      <p:sp>
        <p:nvSpPr>
          <p:cNvPr id="2" name="日期占位符 1"/>
          <p:cNvSpPr>
            <a:spLocks noGrp="1"/>
          </p:cNvSpPr>
          <p:nvPr>
            <p:ph type="dt" idx="10"/>
          </p:nvPr>
        </p:nvSpPr>
        <p:spPr/>
        <p:txBody>
          <a:bodyPr wrap="square">
            <a:normAutofit/>
          </a:bodyPr>
          <a:lstStyle>
            <a:lvl1pPr>
              <a:buNone/>
              <a:defRPr>
                <a:latin typeface="Calibri" panose="020F0502020204030204"/>
                <a:ea typeface="Calibri" panose="020F0502020204030204"/>
                <a:cs typeface="Calibri" panose="020F0502020204030204"/>
              </a:defRPr>
            </a:lvl1pPr>
          </a:lstStyle>
          <a:p>
            <a:r>
              <a:t>Date Area</a:t>
            </a:r>
          </a:p>
        </p:txBody>
      </p:sp>
      <p:sp>
        <p:nvSpPr>
          <p:cNvPr id="3" name="页脚占位符 2"/>
          <p:cNvSpPr>
            <a:spLocks noGrp="1"/>
          </p:cNvSpPr>
          <p:nvPr>
            <p:ph type="ftr" idx="11"/>
          </p:nvPr>
        </p:nvSpPr>
        <p:spPr/>
        <p:txBody>
          <a:bodyPr/>
          <a:lstStyle>
            <a:lvl1pPr>
              <a:buNone/>
              <a:defRPr>
                <a:latin typeface="Calibri" panose="020F0502020204030204"/>
                <a:ea typeface="Calibri" panose="020F0502020204030204"/>
                <a:cs typeface="Calibri" panose="020F0502020204030204"/>
              </a:defRPr>
            </a:lvl1pPr>
          </a:lstStyle>
          <a:p/>
        </p:txBody>
      </p:sp>
      <p:sp>
        <p:nvSpPr>
          <p:cNvPr id="4" name="灯片编号占位符 3"/>
          <p:cNvSpPr>
            <a:spLocks noGrp="1"/>
          </p:cNvSpPr>
          <p:nvPr>
            <p:ph type="sldNum" idx="12"/>
          </p:nvPr>
        </p:nvSpPr>
        <p:spPr/>
        <p:txBody>
          <a:bodyPr wrap="square">
            <a:normAutofit/>
          </a:bodyPr>
          <a:lstStyle>
            <a:lvl1pPr>
              <a:buNone/>
              <a:defRPr>
                <a:latin typeface="Calibri" panose="020F0502020204030204"/>
                <a:ea typeface="Calibri" panose="020F0502020204030204"/>
                <a:cs typeface="Calibri" panose="020F0502020204030204"/>
              </a:defRPr>
            </a:lvl1pPr>
          </a:lstStyle>
          <a:p/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Only">
    <p:spTree>
      <p:nvGrpSpPr>
        <p:cNvPr id="1" name=""/>
        <p:cNvGrpSpPr/>
        <p:nvPr/>
      </p:nvGrpSpPr>
      <p:grpSpPr/>
      <p:sp>
        <p:nvSpPr>
          <p:cNvPr id="3" name="内容占位符 1"/>
          <p:cNvSpPr>
            <a:spLocks noGrp="1"/>
          </p:cNvSpPr>
          <p:nvPr>
            <p:ph idx="1" hasCustomPrompt="1"/>
          </p:nvPr>
        </p:nvSpPr>
        <p:spPr>
          <a:xfrm>
            <a:off x="838200" y="360000"/>
            <a:ext cx="10515600" cy="5817600"/>
          </a:xfrm>
        </p:spPr>
        <p:txBody>
          <a:bodyPr wrap="square">
            <a:normAutofit/>
          </a:bodyPr>
          <a:lstStyle>
            <a:lvl1pPr>
              <a:buNone/>
              <a:defRPr>
                <a:latin typeface="+mn-lt"/>
                <a:ea typeface="+mn-lt"/>
                <a:cs typeface="+mn-lt"/>
              </a:defRPr>
            </a:lvl1pPr>
            <a:lvl2pPr>
              <a:buNone/>
              <a:defRPr>
                <a:latin typeface="+mn-lt"/>
                <a:ea typeface="+mn-lt"/>
                <a:cs typeface="+mn-lt"/>
              </a:defRPr>
            </a:lvl2pPr>
            <a:lvl3pPr>
              <a:buNone/>
              <a:defRPr>
                <a:latin typeface="+mn-lt"/>
                <a:ea typeface="+mn-lt"/>
                <a:cs typeface="+mn-lt"/>
              </a:defRPr>
            </a:lvl3pPr>
            <a:lvl4pPr>
              <a:buNone/>
              <a:defRPr>
                <a:latin typeface="+mn-lt"/>
                <a:ea typeface="+mn-lt"/>
                <a:cs typeface="+mn-lt"/>
              </a:defRPr>
            </a:lvl4pPr>
            <a:lvl5pPr>
              <a:buNone/>
              <a:defRPr>
                <a:latin typeface="+mn-lt"/>
                <a:ea typeface="+mn-lt"/>
                <a:cs typeface="+mn-lt"/>
              </a:defRPr>
            </a:lvl5pPr>
          </a:lstStyle>
          <a:p>
            <a:pPr lvl="0">
              <a:buNone/>
            </a:pPr>
            <a:r>
              <a:rPr>
                <a:latin typeface="+mn-lt"/>
                <a:ea typeface="+mn-lt"/>
                <a:cs typeface="+mn-lt"/>
              </a:rPr>
              <a:t>Click to add text</a:t>
            </a:r>
            <a:endParaRPr>
              <a:latin typeface="+mn-lt"/>
              <a:ea typeface="+mn-lt"/>
              <a:cs typeface="+mn-lt"/>
            </a:endParaRPr>
          </a:p>
        </p:txBody>
      </p:sp>
      <p:sp>
        <p:nvSpPr>
          <p:cNvPr id="4" name="日期占位符 2"/>
          <p:cNvSpPr>
            <a:spLocks noGrp="1"/>
          </p:cNvSpPr>
          <p:nvPr>
            <p:ph type="dt" idx="10"/>
          </p:nvPr>
        </p:nvSpPr>
        <p:spPr/>
        <p:txBody>
          <a:bodyPr wrap="square">
            <a:normAutofit/>
          </a:bodyPr>
          <a:lstStyle>
            <a:lvl1pPr>
              <a:buNone/>
              <a:defRPr>
                <a:latin typeface="Calibri" panose="020F0502020204030204"/>
                <a:ea typeface="Calibri" panose="020F0502020204030204"/>
                <a:cs typeface="Calibri" panose="020F0502020204030204"/>
              </a:defRPr>
            </a:lvl1pPr>
          </a:lstStyle>
          <a:p>
            <a:r>
              <a:t>Date Area</a:t>
            </a:r>
          </a:p>
        </p:txBody>
      </p:sp>
      <p:sp>
        <p:nvSpPr>
          <p:cNvPr id="5" name="页脚占位符 3"/>
          <p:cNvSpPr>
            <a:spLocks noGrp="1"/>
          </p:cNvSpPr>
          <p:nvPr>
            <p:ph type="ftr" idx="11"/>
          </p:nvPr>
        </p:nvSpPr>
        <p:spPr/>
        <p:txBody>
          <a:bodyPr/>
          <a:lstStyle>
            <a:lvl1pPr>
              <a:buNone/>
              <a:defRPr>
                <a:latin typeface="Calibri" panose="020F0502020204030204"/>
                <a:ea typeface="Calibri" panose="020F0502020204030204"/>
                <a:cs typeface="Calibri" panose="020F0502020204030204"/>
              </a:defRPr>
            </a:lvl1pPr>
          </a:lstStyle>
          <a:p/>
        </p:txBody>
      </p:sp>
      <p:sp>
        <p:nvSpPr>
          <p:cNvPr id="6" name="灯片编号占位符 4"/>
          <p:cNvSpPr>
            <a:spLocks noGrp="1"/>
          </p:cNvSpPr>
          <p:nvPr>
            <p:ph type="sldNum" idx="12"/>
          </p:nvPr>
        </p:nvSpPr>
        <p:spPr/>
        <p:txBody>
          <a:bodyPr wrap="square">
            <a:normAutofit/>
          </a:bodyPr>
          <a:lstStyle>
            <a:lvl1pPr>
              <a:buNone/>
              <a:defRPr>
                <a:latin typeface="Calibri" panose="020F0502020204030204"/>
                <a:ea typeface="Calibri" panose="020F0502020204030204"/>
                <a:cs typeface="Calibri" panose="020F0502020204030204"/>
              </a:defRPr>
            </a:lvl1pPr>
          </a:lstStyle>
          <a:p/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Subtitle"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 hasCustomPrompt="1"/>
          </p:nvPr>
        </p:nvSpPr>
        <p:spPr>
          <a:xfrm>
            <a:off x="694800" y="360000"/>
            <a:ext cx="10800000" cy="720000"/>
          </a:xfrm>
        </p:spPr>
        <p:txBody>
          <a:bodyPr vert="horz" wrap="square" lIns="0" tIns="0" rIns="0" bIns="0" anchor="b">
            <a:normAutofit/>
          </a:bodyPr>
          <a:lstStyle>
            <a:lvl1pPr>
              <a:buNone/>
              <a:defRPr>
                <a:latin typeface="+mj-lt"/>
                <a:ea typeface="+mj-lt"/>
                <a:cs typeface="+mj-lt"/>
              </a:defRPr>
            </a:lvl1pPr>
          </a:lstStyle>
          <a:p>
            <a:pPr lvl="0">
              <a:buNone/>
            </a:pPr>
            <a:r>
              <a:rPr>
                <a:latin typeface="+mj-lt"/>
                <a:ea typeface="+mj-lt"/>
                <a:cs typeface="+mj-lt"/>
              </a:rPr>
              <a:t>Click to add title</a:t>
            </a:r>
            <a:endParaRPr>
              <a:latin typeface="+mj-lt"/>
              <a:ea typeface="+mj-lt"/>
              <a:cs typeface="+mj-lt"/>
            </a:endParaRPr>
          </a:p>
        </p:txBody>
      </p:sp>
      <p:sp>
        <p:nvSpPr>
          <p:cNvPr id="3" name="文本占位符 2"/>
          <p:cNvSpPr>
            <a:spLocks noGrp="1"/>
          </p:cNvSpPr>
          <p:nvPr>
            <p:ph type="body" idx="1" hasCustomPrompt="1"/>
          </p:nvPr>
        </p:nvSpPr>
        <p:spPr>
          <a:xfrm>
            <a:off x="694800" y="1296000"/>
            <a:ext cx="10800000" cy="576000"/>
          </a:xfrm>
        </p:spPr>
        <p:txBody>
          <a:bodyPr wrap="square" anchor="t">
            <a:normAutofit/>
          </a:bodyPr>
          <a:lstStyle>
            <a:lvl1pPr marL="0" indent="0">
              <a:buNone/>
              <a:defRPr sz="2400" b="0">
                <a:latin typeface="+mj-lt"/>
                <a:ea typeface="+mj-lt"/>
                <a:cs typeface="+mj-lt"/>
              </a:defRPr>
            </a:lvl1pPr>
            <a:lvl2pPr marL="457200" indent="0">
              <a:buNone/>
              <a:defRPr sz="2000" b="1">
                <a:latin typeface="+mj-lt"/>
                <a:ea typeface="+mj-lt"/>
                <a:cs typeface="+mj-lt"/>
              </a:defRPr>
            </a:lvl2pPr>
            <a:lvl3pPr marL="914400" indent="0">
              <a:buNone/>
              <a:defRPr sz="1800" b="1">
                <a:latin typeface="+mj-lt"/>
                <a:ea typeface="+mj-lt"/>
                <a:cs typeface="+mj-lt"/>
              </a:defRPr>
            </a:lvl3pPr>
            <a:lvl4pPr marL="1371600" indent="0">
              <a:buNone/>
              <a:defRPr sz="1600" b="1">
                <a:latin typeface="+mj-lt"/>
                <a:ea typeface="+mj-lt"/>
                <a:cs typeface="+mj-lt"/>
              </a:defRPr>
            </a:lvl4pPr>
            <a:lvl5pPr marL="1828800" indent="0">
              <a:buNone/>
              <a:defRPr sz="1600" b="1">
                <a:latin typeface="+mj-lt"/>
                <a:ea typeface="+mj-lt"/>
                <a:cs typeface="+mj-lt"/>
              </a:defRPr>
            </a:lvl5pPr>
            <a:lvl6pPr marL="2286000" indent="0">
              <a:buNone/>
              <a:defRPr sz="1600" b="1">
                <a:latin typeface="+mj-lt"/>
                <a:ea typeface="+mj-lt"/>
                <a:cs typeface="+mj-lt"/>
              </a:defRPr>
            </a:lvl6pPr>
            <a:lvl7pPr marL="2743200" indent="0">
              <a:buNone/>
              <a:defRPr sz="1600" b="1">
                <a:latin typeface="+mj-lt"/>
                <a:ea typeface="+mj-lt"/>
                <a:cs typeface="+mj-lt"/>
              </a:defRPr>
            </a:lvl7pPr>
            <a:lvl8pPr marL="3200400" indent="0">
              <a:buNone/>
              <a:defRPr sz="1600" b="1">
                <a:latin typeface="+mj-lt"/>
                <a:ea typeface="+mj-lt"/>
                <a:cs typeface="+mj-lt"/>
              </a:defRPr>
            </a:lvl8pPr>
            <a:lvl9pPr marL="3657600" indent="0">
              <a:buNone/>
              <a:defRPr sz="1600" b="1">
                <a:latin typeface="+mj-lt"/>
                <a:ea typeface="+mj-lt"/>
                <a:cs typeface="+mj-lt"/>
              </a:defRPr>
            </a:lvl9pPr>
          </a:lstStyle>
          <a:p>
            <a:r>
              <a:rPr>
                <a:latin typeface="+mj-lt"/>
                <a:ea typeface="+mj-lt"/>
                <a:cs typeface="+mj-lt"/>
              </a:rPr>
              <a:t>Click to add text</a:t>
            </a:r>
            <a:endParaRPr>
              <a:latin typeface="+mj-lt"/>
              <a:ea typeface="+mj-lt"/>
              <a:cs typeface="+mj-lt"/>
            </a:endParaRPr>
          </a:p>
        </p:txBody>
      </p:sp>
      <p:sp>
        <p:nvSpPr>
          <p:cNvPr id="7" name="日期占位符 3"/>
          <p:cNvSpPr>
            <a:spLocks noGrp="1"/>
          </p:cNvSpPr>
          <p:nvPr>
            <p:ph type="dt" idx="10"/>
          </p:nvPr>
        </p:nvSpPr>
        <p:spPr/>
        <p:txBody>
          <a:bodyPr wrap="square">
            <a:normAutofit/>
          </a:bodyPr>
          <a:lstStyle>
            <a:lvl1pPr>
              <a:buNone/>
              <a:defRPr>
                <a:latin typeface="Calibri" panose="020F0502020204030204"/>
                <a:ea typeface="Calibri" panose="020F0502020204030204"/>
                <a:cs typeface="Calibri" panose="020F0502020204030204"/>
              </a:defRPr>
            </a:lvl1pPr>
          </a:lstStyle>
          <a:p>
            <a:r>
              <a:t>Date Area</a:t>
            </a:r>
          </a:p>
        </p:txBody>
      </p:sp>
      <p:sp>
        <p:nvSpPr>
          <p:cNvPr id="8" name="页脚占位符 4"/>
          <p:cNvSpPr>
            <a:spLocks noGrp="1"/>
          </p:cNvSpPr>
          <p:nvPr>
            <p:ph type="ftr" idx="11"/>
          </p:nvPr>
        </p:nvSpPr>
        <p:spPr/>
        <p:txBody>
          <a:bodyPr/>
          <a:lstStyle>
            <a:lvl1pPr>
              <a:buNone/>
              <a:defRPr>
                <a:latin typeface="Calibri" panose="020F0502020204030204"/>
                <a:ea typeface="Calibri" panose="020F0502020204030204"/>
                <a:cs typeface="Calibri" panose="020F0502020204030204"/>
              </a:defRPr>
            </a:lvl1pPr>
          </a:lstStyle>
          <a:p/>
        </p:txBody>
      </p:sp>
      <p:sp>
        <p:nvSpPr>
          <p:cNvPr id="9" name="灯片编号占位符 5"/>
          <p:cNvSpPr>
            <a:spLocks noGrp="1"/>
          </p:cNvSpPr>
          <p:nvPr>
            <p:ph type="sldNum" idx="12"/>
          </p:nvPr>
        </p:nvSpPr>
        <p:spPr/>
        <p:txBody>
          <a:bodyPr wrap="square">
            <a:normAutofit/>
          </a:bodyPr>
          <a:lstStyle>
            <a:lvl1pPr>
              <a:buNone/>
              <a:defRPr>
                <a:latin typeface="Calibri" panose="020F0502020204030204"/>
                <a:ea typeface="Calibri" panose="020F0502020204030204"/>
                <a:cs typeface="Calibri" panose="020F0502020204030204"/>
              </a:defRPr>
            </a:lvl1pPr>
          </a:lstStyle>
          <a:p/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showMasterSp="0" userDrawn="1">
  <p:cSld name="End Slide">
    <p:spTree>
      <p:nvGrpSpPr>
        <p:cNvPr id="1" name=""/>
        <p:cNvGrpSpPr/>
        <p:nvPr/>
      </p:nvGrpSpPr>
      <p:grpSpPr/>
      <p:sp>
        <p:nvSpPr>
          <p:cNvPr id="7" name="Ellipse 36-2083&amp;10120"/>
          <p:cNvSpPr>
            <a:spLocks noGrp="1"/>
          </p:cNvSpPr>
          <p:nvPr/>
        </p:nvSpPr>
        <p:spPr>
          <a:xfrm>
            <a:off x="0" y="2679192"/>
            <a:ext cx="5056632" cy="4178808"/>
          </a:xfrm>
          <a:custGeom>
            <a:avLst/>
            <a:gdLst/>
            <a:ahLst/>
            <a:cxnLst/>
            <a:rect l="l" t="t" r="r" b="b"/>
            <a:pathLst>
              <a:path w="5056632" h="4178808">
                <a:moveTo>
                  <a:pt x="4837176" y="4178808"/>
                </a:moveTo>
                <a:lnTo>
                  <a:pt x="0" y="4178808"/>
                </a:lnTo>
                <a:lnTo>
                  <a:pt x="0" y="758952"/>
                </a:lnTo>
                <a:cubicBezTo>
                  <a:pt x="539496" y="283464"/>
                  <a:pt x="1243584" y="0"/>
                  <a:pt x="2011680" y="0"/>
                </a:cubicBezTo>
                <a:cubicBezTo>
                  <a:pt x="3694176" y="0"/>
                  <a:pt x="5056632" y="1362456"/>
                  <a:pt x="5056632" y="3044952"/>
                </a:cubicBezTo>
                <a:cubicBezTo>
                  <a:pt x="5056632" y="3447288"/>
                  <a:pt x="4974336" y="3831336"/>
                  <a:pt x="4837176" y="4178808"/>
                </a:cubicBezTo>
              </a:path>
            </a:pathLst>
          </a:custGeom>
          <a:solidFill>
            <a:schemeClr val="tx2">
              <a:alpha val="5000"/>
            </a:schemeClr>
          </a:solidFill>
        </p:spPr>
      </p:sp>
      <p:sp>
        <p:nvSpPr>
          <p:cNvPr id="8" name="Ellipse 38_#color_#strokes-2082&amp;9949"/>
          <p:cNvSpPr>
            <a:spLocks noGrp="1"/>
          </p:cNvSpPr>
          <p:nvPr/>
        </p:nvSpPr>
        <p:spPr>
          <a:xfrm>
            <a:off x="9537192" y="1152144"/>
            <a:ext cx="1298448" cy="1298448"/>
          </a:xfrm>
          <a:prstGeom prst="ellipse">
            <a:avLst/>
          </a:prstGeom>
          <a:solidFill>
            <a:schemeClr val="tx2">
              <a:alpha val="43000"/>
            </a:schemeClr>
          </a:solidFill>
        </p:spPr>
      </p:sp>
      <p:sp>
        <p:nvSpPr>
          <p:cNvPr id="9" name="Ellipse 37 (Stroke)_#color-2083&amp;10123"/>
          <p:cNvSpPr>
            <a:spLocks noGrp="1"/>
          </p:cNvSpPr>
          <p:nvPr/>
        </p:nvSpPr>
        <p:spPr>
          <a:xfrm>
            <a:off x="0" y="0"/>
            <a:ext cx="2368296" cy="3410712"/>
          </a:xfrm>
          <a:custGeom>
            <a:avLst/>
            <a:gdLst/>
            <a:ahLst/>
            <a:cxnLst/>
            <a:rect l="l" t="t" r="r" b="b"/>
            <a:pathLst>
              <a:path w="2368296" h="3410712">
                <a:moveTo>
                  <a:pt x="0" y="2834640"/>
                </a:moveTo>
                <a:cubicBezTo>
                  <a:pt x="54864" y="2834640"/>
                  <a:pt x="109728" y="2834640"/>
                  <a:pt x="164592" y="2834640"/>
                </a:cubicBezTo>
                <a:cubicBezTo>
                  <a:pt x="1069848" y="2834640"/>
                  <a:pt x="1801368" y="2112264"/>
                  <a:pt x="1801368" y="1207008"/>
                </a:cubicBezTo>
                <a:cubicBezTo>
                  <a:pt x="1801368" y="731520"/>
                  <a:pt x="1591056" y="301752"/>
                  <a:pt x="1261872" y="0"/>
                </a:cubicBezTo>
                <a:lnTo>
                  <a:pt x="2011680" y="0"/>
                </a:lnTo>
                <a:cubicBezTo>
                  <a:pt x="2240280" y="347472"/>
                  <a:pt x="2368296" y="758952"/>
                  <a:pt x="2368296" y="1207008"/>
                </a:cubicBezTo>
                <a:cubicBezTo>
                  <a:pt x="2368296" y="2423160"/>
                  <a:pt x="1380744" y="3410712"/>
                  <a:pt x="164592" y="3410712"/>
                </a:cubicBezTo>
                <a:cubicBezTo>
                  <a:pt x="109728" y="3410712"/>
                  <a:pt x="54864" y="3410712"/>
                  <a:pt x="0" y="3401568"/>
                </a:cubicBezTo>
                <a:lnTo>
                  <a:pt x="0" y="2834640"/>
                </a:lnTo>
              </a:path>
            </a:pathLst>
          </a:custGeom>
          <a:solidFill>
            <a:schemeClr val="accent1"/>
          </a:solidFill>
        </p:spPr>
      </p:sp>
      <p:sp>
        <p:nvSpPr>
          <p:cNvPr id="11" name="Ellipse 40_#color_#strokes-2082&amp;9950"/>
          <p:cNvSpPr>
            <a:spLocks noGrp="1"/>
          </p:cNvSpPr>
          <p:nvPr/>
        </p:nvSpPr>
        <p:spPr>
          <a:xfrm>
            <a:off x="10899648" y="3429000"/>
            <a:ext cx="530352" cy="530352"/>
          </a:xfrm>
          <a:prstGeom prst="ellipse">
            <a:avLst/>
          </a:prstGeom>
          <a:solidFill>
            <a:schemeClr val="accent1"/>
          </a:solidFill>
        </p:spPr>
      </p:sp>
      <p:sp>
        <p:nvSpPr>
          <p:cNvPr id="2" name="标题 1"/>
          <p:cNvSpPr>
            <a:spLocks noGrp="1"/>
          </p:cNvSpPr>
          <p:nvPr>
            <p:ph type="ctrTitle" hasCustomPrompt="1"/>
          </p:nvPr>
        </p:nvSpPr>
        <p:spPr>
          <a:xfrm>
            <a:off x="1841500" y="555752"/>
            <a:ext cx="10096500" cy="3249648"/>
          </a:xfrm>
        </p:spPr>
        <p:txBody>
          <a:bodyPr wrap="square" anchor="b">
            <a:normAutofit/>
          </a:bodyPr>
          <a:lstStyle>
            <a:lvl1pPr algn="l">
              <a:lnSpc>
                <a:spcPct val="100000"/>
              </a:lnSpc>
              <a:buNone/>
              <a:defRPr sz="5800">
                <a:latin typeface="+mj-lt"/>
                <a:ea typeface="+mj-lt"/>
                <a:cs typeface="+mj-lt"/>
              </a:defRPr>
            </a:lvl1pPr>
          </a:lstStyle>
          <a:p>
            <a:r>
              <a:rPr>
                <a:latin typeface="+mj-lt"/>
                <a:ea typeface="+mj-lt"/>
                <a:cs typeface="+mj-lt"/>
              </a:rPr>
              <a:t>Click to add title</a:t>
            </a:r>
            <a:endParaRPr>
              <a:latin typeface="+mj-lt"/>
              <a:ea typeface="+mj-lt"/>
              <a:cs typeface="+mj-lt"/>
            </a:endParaRPr>
          </a:p>
        </p:txBody>
      </p:sp>
      <p:sp>
        <p:nvSpPr>
          <p:cNvPr id="4" name="日期占位符 3"/>
          <p:cNvSpPr>
            <a:spLocks noGrp="1"/>
          </p:cNvSpPr>
          <p:nvPr>
            <p:ph type="dt" idx="10"/>
          </p:nvPr>
        </p:nvSpPr>
        <p:spPr/>
        <p:txBody>
          <a:bodyPr wrap="square">
            <a:normAutofit/>
          </a:bodyPr>
          <a:lstStyle>
            <a:lvl1pPr>
              <a:buNone/>
              <a:defRPr>
                <a:latin typeface="Calibri" panose="020F0502020204030204"/>
                <a:ea typeface="Calibri" panose="020F0502020204030204"/>
                <a:cs typeface="Calibri" panose="020F0502020204030204"/>
              </a:defRPr>
            </a:lvl1pPr>
          </a:lstStyle>
          <a:p>
            <a:r>
              <a:t>Date Area</a:t>
            </a:r>
          </a:p>
        </p:txBody>
      </p:sp>
      <p:sp>
        <p:nvSpPr>
          <p:cNvPr id="5" name="页脚占位符 4"/>
          <p:cNvSpPr>
            <a:spLocks noGrp="1"/>
          </p:cNvSpPr>
          <p:nvPr>
            <p:ph type="ftr" idx="11"/>
          </p:nvPr>
        </p:nvSpPr>
        <p:spPr/>
        <p:txBody>
          <a:bodyPr/>
          <a:lstStyle>
            <a:lvl1pPr>
              <a:buNone/>
              <a:defRPr>
                <a:latin typeface="Calibri" panose="020F0502020204030204"/>
                <a:ea typeface="Calibri" panose="020F0502020204030204"/>
                <a:cs typeface="Calibri" panose="020F0502020204030204"/>
              </a:defRPr>
            </a:lvl1pPr>
          </a:lstStyle>
          <a:p/>
        </p:txBody>
      </p:sp>
      <p:sp>
        <p:nvSpPr>
          <p:cNvPr id="6" name="灯片编号占位符 5"/>
          <p:cNvSpPr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</p:spPr>
        <p:txBody>
          <a:bodyPr wrap="square">
            <a:normAutofit/>
          </a:bodyPr>
          <a:lstStyle>
            <a:lvl1pPr>
              <a:buNone/>
              <a:defRPr>
                <a:latin typeface="Calibri" panose="020F0502020204030204"/>
                <a:ea typeface="Calibri" panose="020F0502020204030204"/>
                <a:cs typeface="Calibri" panose="020F0502020204030204"/>
              </a:defRPr>
            </a:lvl1pPr>
          </a:lstStyle>
          <a:p/>
        </p:txBody>
      </p:sp>
      <p:sp>
        <p:nvSpPr>
          <p:cNvPr id="24" name="署名占位符 10"/>
          <p:cNvSpPr>
            <a:spLocks noGrp="1"/>
          </p:cNvSpPr>
          <p:nvPr>
            <p:ph type="body" idx="17" hasCustomPrompt="1"/>
          </p:nvPr>
        </p:nvSpPr>
        <p:spPr>
          <a:xfrm>
            <a:off x="1841500" y="4217290"/>
            <a:ext cx="10096500" cy="1931921"/>
          </a:xfrm>
        </p:spPr>
        <p:txBody>
          <a:bodyPr wrap="square" anchor="t">
            <a:normAutofit/>
          </a:bodyPr>
          <a:lstStyle>
            <a:lvl1pPr marL="0" indent="0" algn="l">
              <a:lnSpc>
                <a:spcPct val="100000"/>
              </a:lnSpc>
              <a:buNone/>
              <a:defRPr sz="2400">
                <a:latin typeface="+mn-lt"/>
                <a:ea typeface="+mn-lt"/>
                <a:cs typeface="+mn-lt"/>
              </a:defRPr>
            </a:lvl1pPr>
          </a:lstStyle>
          <a:p>
            <a:pPr lvl="0">
              <a:buNone/>
            </a:pPr>
            <a:r>
              <a:rPr>
                <a:latin typeface="+mn-lt"/>
                <a:ea typeface="+mn-lt"/>
                <a:cs typeface="+mn-lt"/>
              </a:rPr>
              <a:t>Click to add text</a:t>
            </a:r>
            <a:endParaRPr>
              <a:latin typeface="+mn-lt"/>
              <a:ea typeface="+mn-lt"/>
              <a:cs typeface="+mn-lt"/>
            </a:endParaRPr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2" Type="http://schemas.openxmlformats.org/officeDocument/2006/relationships/theme" Target="../theme/theme1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_rels/slideMaster2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20.xml"/><Relationship Id="rId8" Type="http://schemas.openxmlformats.org/officeDocument/2006/relationships/slideLayout" Target="../slideLayouts/slideLayout19.xml"/><Relationship Id="rId7" Type="http://schemas.openxmlformats.org/officeDocument/2006/relationships/slideLayout" Target="../slideLayouts/slideLayout18.xml"/><Relationship Id="rId6" Type="http://schemas.openxmlformats.org/officeDocument/2006/relationships/slideLayout" Target="../slideLayouts/slideLayout17.xml"/><Relationship Id="rId5" Type="http://schemas.openxmlformats.org/officeDocument/2006/relationships/slideLayout" Target="../slideLayouts/slideLayout16.xml"/><Relationship Id="rId4" Type="http://schemas.openxmlformats.org/officeDocument/2006/relationships/slideLayout" Target="../slideLayouts/slideLayout15.xml"/><Relationship Id="rId3" Type="http://schemas.openxmlformats.org/officeDocument/2006/relationships/slideLayout" Target="../slideLayouts/slideLayout14.xml"/><Relationship Id="rId2" Type="http://schemas.openxmlformats.org/officeDocument/2006/relationships/slideLayout" Target="../slideLayouts/slideLayout13.xml"/><Relationship Id="rId12" Type="http://schemas.openxmlformats.org/officeDocument/2006/relationships/theme" Target="../theme/theme2.xml"/><Relationship Id="rId11" Type="http://schemas.openxmlformats.org/officeDocument/2006/relationships/slideLayout" Target="../slideLayouts/slideLayout22.xml"/><Relationship Id="rId10" Type="http://schemas.openxmlformats.org/officeDocument/2006/relationships/slideLayout" Target="../slideLayouts/slideLayout21.xml"/><Relationship Id="rId1" Type="http://schemas.openxmlformats.org/officeDocument/2006/relationships/slideLayout" Target="../slideLayouts/slideLayout1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/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57224" y="499533"/>
            <a:ext cx="10772775" cy="1658198"/>
          </a:xfrm>
          <a:prstGeom prst="rect">
            <a:avLst/>
          </a:prstGeom>
        </p:spPr>
        <p:txBody>
          <a:bodyPr vert="horz" lIns="91440" tIns="45720" rIns="91440" bIns="45720" anchor="ctr">
            <a:normAutofit/>
          </a:bodyPr>
          <a:lstStyle/>
          <a:p>
            <a:r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6656" y="2011680"/>
            <a:ext cx="10753725" cy="3766185"/>
          </a:xfrm>
          <a:prstGeom prst="rect">
            <a:avLst/>
          </a:prstGeom>
        </p:spPr>
        <p:txBody>
          <a:bodyPr vert="horz" lIns="91440" tIns="45720" rIns="91440" bIns="45720">
            <a:normAutofit/>
          </a:bodyPr>
          <a:lstStyle/>
          <a:p>
            <a:pPr lvl="0">
              <a:buNone/>
            </a:pPr>
            <a:r>
              <a:t>Edit Master text styles</a:t>
            </a:r>
          </a:p>
          <a:p>
            <a:pPr lvl="1">
              <a:buNone/>
            </a:pPr>
            <a:r>
              <a:t>Second level</a:t>
            </a:r>
          </a:p>
          <a:p>
            <a:pPr lvl="2">
              <a:buNone/>
            </a:pPr>
            <a:r>
              <a:t>Third level</a:t>
            </a:r>
          </a:p>
          <a:p>
            <a:pPr lvl="3">
              <a:buNone/>
            </a:pPr>
            <a:r>
              <a:t>Fourth level</a:t>
            </a:r>
          </a:p>
          <a:p>
            <a:pPr lvl="4">
              <a:buNone/>
            </a:pPr>
            <a:r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idx="2"/>
          </p:nvPr>
        </p:nvSpPr>
        <p:spPr>
          <a:xfrm>
            <a:off x="685800" y="6412447"/>
            <a:ext cx="4114800" cy="228600"/>
          </a:xfrm>
          <a:prstGeom prst="rect">
            <a:avLst/>
          </a:prstGeom>
        </p:spPr>
        <p:txBody>
          <a:bodyPr vert="horz" lIns="91440" tIns="45720" rIns="91440" bIns="45720" anchor="ctr"/>
          <a:lstStyle>
            <a:lvl1pPr algn="l">
              <a:buNone/>
              <a:defRPr sz="950">
                <a:solidFill>
                  <a:schemeClr val="tx1">
                    <a:alpha val="80000"/>
                  </a:schemeClr>
                </a:solidFill>
              </a:defRPr>
            </a:lvl1pPr>
          </a:lstStyle>
          <a:p/>
        </p:txBody>
      </p:sp>
      <p:sp>
        <p:nvSpPr>
          <p:cNvPr id="5" name="Footer Placeholder 4"/>
          <p:cNvSpPr>
            <a:spLocks noGrp="1"/>
          </p:cNvSpPr>
          <p:nvPr>
            <p:ph type="ftr" idx="3"/>
          </p:nvPr>
        </p:nvSpPr>
        <p:spPr>
          <a:xfrm>
            <a:off x="685800" y="6554697"/>
            <a:ext cx="5029200" cy="228600"/>
          </a:xfrm>
          <a:prstGeom prst="rect">
            <a:avLst/>
          </a:prstGeom>
        </p:spPr>
        <p:txBody>
          <a:bodyPr vert="horz" lIns="91440" tIns="45720" rIns="91440" bIns="45720" anchor="ctr"/>
          <a:lstStyle>
            <a:lvl1pPr algn="l">
              <a:buNone/>
              <a:defRPr sz="950" cap="all" baseline="0">
                <a:solidFill>
                  <a:schemeClr val="tx1">
                    <a:alpha val="80000"/>
                  </a:schemeClr>
                </a:solidFill>
              </a:defRPr>
            </a:lvl1pPr>
          </a:lstStyle>
          <a:p/>
        </p:txBody>
      </p:sp>
      <p:sp>
        <p:nvSpPr>
          <p:cNvPr id="6" name="Slide Number Placeholder 5"/>
          <p:cNvSpPr>
            <a:spLocks noGrp="1"/>
          </p:cNvSpPr>
          <p:nvPr>
            <p:ph type="sldNum" idx="4"/>
          </p:nvPr>
        </p:nvSpPr>
        <p:spPr>
          <a:xfrm>
            <a:off x="8763926" y="5876412"/>
            <a:ext cx="2926080" cy="1397039"/>
          </a:xfrm>
          <a:prstGeom prst="rect">
            <a:avLst/>
          </a:prstGeom>
        </p:spPr>
        <p:txBody>
          <a:bodyPr vert="horz" lIns="91440" tIns="45720" rIns="91440" bIns="45720" anchor="b"/>
          <a:lstStyle>
            <a:lvl1pPr algn="r">
              <a:buNone/>
              <a:defRPr sz="10300" b="0">
                <a:ln>
                  <a:noFill/>
                </a:ln>
                <a:solidFill>
                  <a:schemeClr val="accent1">
                    <a:alpha val="25000"/>
                  </a:schemeClr>
                </a:solidFill>
                <a:latin typeface="+mj-lt"/>
                <a:ea typeface="+mj-lt"/>
                <a:cs typeface="+mj-lt"/>
              </a:defRPr>
            </a:lvl1pPr>
          </a:lstStyle>
          <a:p/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>
        <a:lnSpc>
          <a:spcPct val="85000"/>
        </a:lnSpc>
        <a:spcBef>
          <a:spcPct val="0"/>
        </a:spcBef>
        <a:buNone/>
        <a:defRPr sz="5400" kern="1200" spc="-120" baseline="0">
          <a:solidFill>
            <a:schemeClr val="accent1"/>
          </a:solidFill>
          <a:latin typeface="+mj-lt"/>
          <a:ea typeface="+mj-lt"/>
          <a:cs typeface="+mj-lt"/>
        </a:defRPr>
      </a:lvl1pPr>
    </p:titleStyle>
    <p:bodyStyle>
      <a:lvl1pPr marL="91440" indent="-91440" algn="l" defTabSz="914400">
        <a:lnSpc>
          <a:spcPct val="85000"/>
        </a:lnSpc>
        <a:spcBef>
          <a:spcPts val="1300"/>
        </a:spcBef>
        <a:buFont typeface="Arial" panose="020B0604020202020204"/>
        <a:buChar char=" "/>
        <a:defRPr sz="2400" kern="1200">
          <a:solidFill>
            <a:schemeClr val="tx1">
              <a:lumMod val="85000"/>
              <a:lumOff val="15000"/>
            </a:schemeClr>
          </a:solidFill>
          <a:latin typeface="+mn-lt"/>
          <a:ea typeface="+mn-lt"/>
          <a:cs typeface="+mn-lt"/>
        </a:defRPr>
      </a:lvl1pPr>
      <a:lvl2pPr marL="347345" indent="-342900" algn="l" defTabSz="914400">
        <a:lnSpc>
          <a:spcPct val="85000"/>
        </a:lnSpc>
        <a:spcBef>
          <a:spcPts val="600"/>
        </a:spcBef>
        <a:buFont typeface="Arial" panose="020B0604020202020204"/>
        <a:buChar char=" "/>
        <a:defRPr sz="2400" kern="1200">
          <a:solidFill>
            <a:schemeClr val="tx1">
              <a:lumMod val="85000"/>
              <a:lumOff val="15000"/>
            </a:schemeClr>
          </a:solidFill>
          <a:latin typeface="+mn-lt"/>
          <a:ea typeface="+mn-lt"/>
          <a:cs typeface="+mn-lt"/>
        </a:defRPr>
      </a:lvl2pPr>
      <a:lvl3pPr marL="548640" indent="-548640" algn="l" defTabSz="914400">
        <a:lnSpc>
          <a:spcPct val="85000"/>
        </a:lnSpc>
        <a:spcBef>
          <a:spcPts val="600"/>
        </a:spcBef>
        <a:buFont typeface="Arial" panose="020B0604020202020204"/>
        <a:buChar char=" "/>
        <a:defRPr sz="2000" i="1" kern="1200">
          <a:solidFill>
            <a:schemeClr val="tx1">
              <a:lumMod val="85000"/>
              <a:lumOff val="15000"/>
            </a:schemeClr>
          </a:solidFill>
          <a:latin typeface="+mn-lt"/>
          <a:ea typeface="+mn-lt"/>
          <a:cs typeface="+mn-lt"/>
        </a:defRPr>
      </a:lvl3pPr>
      <a:lvl4pPr marL="822960" indent="-822960" algn="l" defTabSz="914400">
        <a:lnSpc>
          <a:spcPct val="85000"/>
        </a:lnSpc>
        <a:spcBef>
          <a:spcPts val="600"/>
        </a:spcBef>
        <a:buFont typeface="Arial" panose="020B0604020202020204"/>
        <a:buChar char=" "/>
        <a:defRPr sz="1800" kern="1200">
          <a:solidFill>
            <a:schemeClr val="tx1">
              <a:lumMod val="85000"/>
              <a:lumOff val="15000"/>
            </a:schemeClr>
          </a:solidFill>
          <a:latin typeface="+mn-lt"/>
          <a:ea typeface="+mn-lt"/>
          <a:cs typeface="+mn-lt"/>
        </a:defRPr>
      </a:lvl4pPr>
      <a:lvl5pPr marL="1097280" indent="-1097280" algn="l" defTabSz="914400">
        <a:lnSpc>
          <a:spcPct val="85000"/>
        </a:lnSpc>
        <a:spcBef>
          <a:spcPts val="600"/>
        </a:spcBef>
        <a:buFont typeface="Arial" panose="020B0604020202020204"/>
        <a:buChar char=" "/>
        <a:defRPr sz="1800" kern="1200">
          <a:solidFill>
            <a:schemeClr val="tx1">
              <a:lumMod val="85000"/>
              <a:lumOff val="15000"/>
            </a:schemeClr>
          </a:solidFill>
          <a:latin typeface="+mn-lt"/>
          <a:ea typeface="+mn-lt"/>
          <a:cs typeface="+mn-lt"/>
        </a:defRPr>
      </a:lvl5pPr>
      <a:lvl6pPr marL="1200150" indent="-228600" algn="l" defTabSz="914400">
        <a:lnSpc>
          <a:spcPct val="85000"/>
        </a:lnSpc>
        <a:spcBef>
          <a:spcPts val="600"/>
        </a:spcBef>
        <a:buFont typeface="Arial" panose="020B0604020202020204"/>
        <a:buChar char=" "/>
        <a:defRPr sz="1800" kern="1200">
          <a:solidFill>
            <a:schemeClr val="tx1">
              <a:lumMod val="85000"/>
              <a:lumOff val="15000"/>
            </a:schemeClr>
          </a:solidFill>
          <a:latin typeface="+mn-lt"/>
          <a:ea typeface="+mn-lt"/>
          <a:cs typeface="+mn-lt"/>
        </a:defRPr>
      </a:lvl6pPr>
      <a:lvl7pPr marL="1400175" indent="-228600" algn="l" defTabSz="914400">
        <a:lnSpc>
          <a:spcPct val="85000"/>
        </a:lnSpc>
        <a:spcBef>
          <a:spcPts val="600"/>
        </a:spcBef>
        <a:buFont typeface="Arial" panose="020B0604020202020204"/>
        <a:buChar char=" "/>
        <a:defRPr sz="1800" kern="1200">
          <a:solidFill>
            <a:schemeClr val="tx1">
              <a:lumMod val="85000"/>
              <a:lumOff val="15000"/>
            </a:schemeClr>
          </a:solidFill>
          <a:latin typeface="+mn-lt"/>
          <a:ea typeface="+mn-lt"/>
          <a:cs typeface="+mn-lt"/>
        </a:defRPr>
      </a:lvl7pPr>
      <a:lvl8pPr marL="1600200" indent="-228600" algn="l" defTabSz="914400">
        <a:lnSpc>
          <a:spcPct val="85000"/>
        </a:lnSpc>
        <a:spcBef>
          <a:spcPts val="600"/>
        </a:spcBef>
        <a:buFont typeface="Arial" panose="020B0604020202020204"/>
        <a:buChar char=" "/>
        <a:defRPr sz="1800" kern="1200">
          <a:solidFill>
            <a:schemeClr val="tx1">
              <a:lumMod val="85000"/>
              <a:lumOff val="15000"/>
            </a:schemeClr>
          </a:solidFill>
          <a:latin typeface="+mn-lt"/>
          <a:ea typeface="+mn-lt"/>
          <a:cs typeface="+mn-lt"/>
        </a:defRPr>
      </a:lvl8pPr>
      <a:lvl9pPr marL="1800225" indent="-228600" algn="l" defTabSz="914400">
        <a:lnSpc>
          <a:spcPct val="85000"/>
        </a:lnSpc>
        <a:spcBef>
          <a:spcPts val="600"/>
        </a:spcBef>
        <a:buFont typeface="Arial" panose="020B0604020202020204"/>
        <a:buChar char=" "/>
        <a:defRPr sz="1800" kern="1200">
          <a:solidFill>
            <a:schemeClr val="tx1">
              <a:lumMod val="85000"/>
              <a:lumOff val="15000"/>
            </a:schemeClr>
          </a:solidFill>
          <a:latin typeface="+mn-lt"/>
          <a:ea typeface="+mn-lt"/>
          <a:cs typeface="+mn-lt"/>
        </a:defRPr>
      </a:lvl9pPr>
    </p:bodyStyle>
    <p:otherStyle>
      <a:lvl1pPr marL="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1pPr>
      <a:lvl2pPr marL="4572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2pPr>
      <a:lvl3pPr marL="9144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3pPr>
      <a:lvl4pPr marL="13716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4pPr>
      <a:lvl5pPr marL="18288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5pPr>
      <a:lvl6pPr marL="22860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6pPr>
      <a:lvl7pPr marL="27432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7pPr>
      <a:lvl8pPr marL="32004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8pPr>
      <a:lvl9pPr marL="36576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/>
      <p:sp>
        <p:nvSpPr>
          <p:cNvPr id="12" name="Ellipse 37 (Stroke)_#color-2083&amp;10114"/>
          <p:cNvSpPr>
            <a:spLocks noGrp="1"/>
          </p:cNvSpPr>
          <p:nvPr/>
        </p:nvSpPr>
        <p:spPr>
          <a:xfrm>
            <a:off x="10497312" y="0"/>
            <a:ext cx="1691640" cy="1591056"/>
          </a:xfrm>
          <a:custGeom>
            <a:avLst/>
            <a:gdLst/>
            <a:ahLst/>
            <a:cxnLst/>
            <a:rect l="l" t="t" r="r" b="b"/>
            <a:pathLst>
              <a:path w="1691640" h="1591056">
                <a:moveTo>
                  <a:pt x="402336" y="0"/>
                </a:moveTo>
                <a:cubicBezTo>
                  <a:pt x="374904" y="82296"/>
                  <a:pt x="365760" y="164592"/>
                  <a:pt x="365760" y="246888"/>
                </a:cubicBezTo>
                <a:cubicBezTo>
                  <a:pt x="365760" y="786384"/>
                  <a:pt x="804672" y="1225296"/>
                  <a:pt x="1344168" y="1225296"/>
                </a:cubicBezTo>
                <a:cubicBezTo>
                  <a:pt x="1472184" y="1225296"/>
                  <a:pt x="1591056" y="1207008"/>
                  <a:pt x="1691640" y="1161288"/>
                </a:cubicBezTo>
                <a:lnTo>
                  <a:pt x="1691640" y="1545336"/>
                </a:lnTo>
                <a:cubicBezTo>
                  <a:pt x="1581912" y="1581912"/>
                  <a:pt x="1463040" y="1591056"/>
                  <a:pt x="1344168" y="1591056"/>
                </a:cubicBezTo>
                <a:cubicBezTo>
                  <a:pt x="603504" y="1591056"/>
                  <a:pt x="0" y="987552"/>
                  <a:pt x="0" y="246888"/>
                </a:cubicBezTo>
                <a:cubicBezTo>
                  <a:pt x="0" y="164592"/>
                  <a:pt x="9144" y="82296"/>
                  <a:pt x="18288" y="0"/>
                </a:cubicBezTo>
                <a:lnTo>
                  <a:pt x="402336" y="0"/>
                </a:lnTo>
              </a:path>
            </a:pathLst>
          </a:custGeom>
          <a:solidFill>
            <a:schemeClr val="accent1"/>
          </a:solidFill>
        </p:spPr>
      </p:sp>
      <p:sp>
        <p:nvSpPr>
          <p:cNvPr id="13" name="Ellipse 36-2083&amp;10117"/>
          <p:cNvSpPr>
            <a:spLocks noGrp="1"/>
          </p:cNvSpPr>
          <p:nvPr/>
        </p:nvSpPr>
        <p:spPr>
          <a:xfrm>
            <a:off x="905256" y="5687568"/>
            <a:ext cx="2715768" cy="1170432"/>
          </a:xfrm>
          <a:custGeom>
            <a:avLst/>
            <a:gdLst/>
            <a:ahLst/>
            <a:cxnLst/>
            <a:rect l="l" t="t" r="r" b="b"/>
            <a:pathLst>
              <a:path w="2715768" h="1170432">
                <a:moveTo>
                  <a:pt x="2715768" y="1170432"/>
                </a:moveTo>
                <a:lnTo>
                  <a:pt x="0" y="1170432"/>
                </a:lnTo>
                <a:cubicBezTo>
                  <a:pt x="100584" y="502920"/>
                  <a:pt x="667512" y="0"/>
                  <a:pt x="1353312" y="0"/>
                </a:cubicBezTo>
                <a:cubicBezTo>
                  <a:pt x="2048256" y="0"/>
                  <a:pt x="2615184" y="502920"/>
                  <a:pt x="2715768" y="1170432"/>
                </a:cubicBezTo>
              </a:path>
            </a:pathLst>
          </a:custGeom>
          <a:solidFill>
            <a:schemeClr val="tx2">
              <a:alpha val="5000"/>
            </a:schemeClr>
          </a:solidFill>
        </p:spPr>
      </p:sp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694800" y="360000"/>
            <a:ext cx="10800000" cy="720000"/>
          </a:xfrm>
          <a:prstGeom prst="rect">
            <a:avLst/>
          </a:prstGeom>
        </p:spPr>
        <p:txBody>
          <a:bodyPr vert="horz" wrap="square" lIns="0" tIns="0" rIns="0" bIns="0" anchor="b">
            <a:normAutofit/>
          </a:bodyPr>
          <a:lstStyle/>
          <a:p>
            <a:r>
              <a:rPr>
                <a:latin typeface="+mj-lt"/>
                <a:ea typeface="+mj-lt"/>
                <a:cs typeface="+mj-lt"/>
              </a:rPr>
              <a:t>Click to add title</a:t>
            </a:r>
            <a:endParaRPr>
              <a:latin typeface="+mj-lt"/>
              <a:ea typeface="+mj-lt"/>
              <a:cs typeface="+mj-lt"/>
            </a:endParaRP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694800" y="1364400"/>
            <a:ext cx="10800000" cy="4813200"/>
          </a:xfrm>
          <a:prstGeom prst="rect">
            <a:avLst/>
          </a:prstGeom>
        </p:spPr>
        <p:txBody>
          <a:bodyPr vert="horz" wrap="square" lIns="0" tIns="0" rIns="0" bIns="0">
            <a:normAutofit/>
          </a:bodyPr>
          <a:lstStyle/>
          <a:p>
            <a:pPr lvl="0">
              <a:buNone/>
            </a:pPr>
            <a:r>
              <a:rPr>
                <a:latin typeface="+mn-lt"/>
                <a:ea typeface="+mn-lt"/>
                <a:cs typeface="+mn-lt"/>
              </a:rPr>
              <a:t>Click to add text</a:t>
            </a:r>
            <a:endParaRPr>
              <a:latin typeface="+mn-lt"/>
              <a:ea typeface="+mn-lt"/>
              <a:cs typeface="+mn-lt"/>
            </a:endParaRPr>
          </a:p>
        </p:txBody>
      </p:sp>
      <p:sp>
        <p:nvSpPr>
          <p:cNvPr id="4" name="日期占位符 3"/>
          <p:cNvSpPr>
            <a:spLocks noGrp="1"/>
          </p:cNvSpPr>
          <p:nvPr>
            <p:ph type="dt" idx="2"/>
          </p:nvPr>
        </p:nvSpPr>
        <p:spPr>
          <a:xfrm>
            <a:off x="694800" y="6356350"/>
            <a:ext cx="2743200" cy="365125"/>
          </a:xfrm>
          <a:prstGeom prst="rect">
            <a:avLst/>
          </a:prstGeom>
        </p:spPr>
        <p:txBody>
          <a:bodyPr vert="horz" wrap="square" lIns="91440" tIns="45720" rIns="91440" bIns="45720" anchor="ctr">
            <a:normAutofit/>
          </a:bodyPr>
          <a:lstStyle>
            <a:lvl1pPr algn="l">
              <a:buNone/>
              <a:defRPr sz="1200">
                <a:solidFill>
                  <a:schemeClr val="tx1">
                    <a:tint val="75000"/>
                  </a:schemeClr>
                </a:solidFill>
                <a:latin typeface="Calibri" panose="020F0502020204030204"/>
                <a:ea typeface="Calibri" panose="020F0502020204030204"/>
                <a:cs typeface="Calibri" panose="020F0502020204030204"/>
              </a:defRPr>
            </a:lvl1pPr>
          </a:lstStyle>
          <a:p>
            <a:r>
              <a:t>Date Area</a:t>
            </a:r>
          </a:p>
        </p:txBody>
      </p:sp>
      <p:sp>
        <p:nvSpPr>
          <p:cNvPr id="5" name="页脚占位符 4"/>
          <p:cNvSpPr>
            <a:spLocks noGrp="1"/>
          </p:cNvSpPr>
          <p:nvPr>
            <p:ph type="ft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anchor="ctr">
            <a:normAutofit/>
          </a:bodyPr>
          <a:lstStyle>
            <a:lvl1pPr algn="ctr">
              <a:buNone/>
              <a:defRPr sz="1200">
                <a:solidFill>
                  <a:schemeClr val="tx1">
                    <a:tint val="75000"/>
                  </a:schemeClr>
                </a:solidFill>
                <a:latin typeface="Calibri" panose="020F0502020204030204"/>
                <a:ea typeface="Calibri" panose="020F0502020204030204"/>
                <a:cs typeface="Calibri" panose="020F0502020204030204"/>
              </a:defRPr>
            </a:lvl1pPr>
          </a:lstStyle>
          <a:p/>
        </p:txBody>
      </p:sp>
      <p:sp>
        <p:nvSpPr>
          <p:cNvPr id="6" name="灯片编号占位符 5"/>
          <p:cNvSpPr>
            <a:spLocks noGrp="1"/>
          </p:cNvSpPr>
          <p:nvPr>
            <p:ph type="sldNum" idx="4"/>
          </p:nvPr>
        </p:nvSpPr>
        <p:spPr>
          <a:xfrm>
            <a:off x="8751600" y="6356350"/>
            <a:ext cx="2743200" cy="365125"/>
          </a:xfrm>
          <a:prstGeom prst="rect">
            <a:avLst/>
          </a:prstGeom>
        </p:spPr>
        <p:txBody>
          <a:bodyPr vert="horz" wrap="square" lIns="91440" tIns="45720" rIns="91440" bIns="45720" anchor="ctr">
            <a:normAutofit/>
          </a:bodyPr>
          <a:lstStyle>
            <a:lvl1pPr algn="r">
              <a:buNone/>
              <a:defRPr sz="1200">
                <a:solidFill>
                  <a:schemeClr val="tx1">
                    <a:tint val="75000"/>
                  </a:schemeClr>
                </a:solidFill>
                <a:latin typeface="Calibri" panose="020F0502020204030204"/>
                <a:ea typeface="Calibri" panose="020F0502020204030204"/>
                <a:cs typeface="Calibri" panose="020F0502020204030204"/>
              </a:defRPr>
            </a:lvl1pPr>
          </a:lstStyle>
          <a:p/>
        </p:txBody>
      </p:sp>
      <p:sp>
        <p:nvSpPr>
          <p:cNvPr id="8" name="KSO_TEMPLATE" hidden="1"/>
          <p:cNvSpPr>
            <a:spLocks noGrp="1"/>
          </p:cNvSpPr>
          <p:nvPr/>
        </p:nvSpPr>
        <p:spPr>
          <a:xfrm>
            <a:off x="0" y="0"/>
            <a:ext cx="0" cy="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>
        <a:lnSpc>
          <a:spcPct val="100000"/>
        </a:lnSpc>
        <a:spcBef>
          <a:spcPct val="0"/>
        </a:spcBef>
        <a:buNone/>
        <a:defRPr sz="3600" b="1" kern="1200">
          <a:solidFill>
            <a:schemeClr val="tx1"/>
          </a:solidFill>
          <a:latin typeface="Calibri" panose="020F0502020204030204"/>
          <a:ea typeface="Calibri" panose="020F0502020204030204"/>
          <a:cs typeface="Calibri" panose="020F0502020204030204"/>
        </a:defRPr>
      </a:lvl1pPr>
    </p:titleStyle>
    <p:bodyStyle>
      <a:lvl1pPr marL="228600" indent="-228600" algn="l" defTabSz="914400">
        <a:lnSpc>
          <a:spcPct val="130000"/>
        </a:lnSpc>
        <a:spcBef>
          <a:spcPts val="1000"/>
        </a:spcBef>
        <a:buFont typeface="Arial" panose="020B0604020202020204"/>
        <a:buChar char="•"/>
        <a:defRPr sz="2400" kern="1200">
          <a:solidFill>
            <a:schemeClr val="tx1"/>
          </a:solidFill>
          <a:latin typeface="Calibri" panose="020F0502020204030204"/>
          <a:ea typeface="Calibri" panose="020F0502020204030204"/>
          <a:cs typeface="Calibri" panose="020F0502020204030204"/>
        </a:defRPr>
      </a:lvl1pPr>
      <a:lvl2pPr marL="538480" indent="-206375" algn="l" defTabSz="914400">
        <a:lnSpc>
          <a:spcPct val="130000"/>
        </a:lnSpc>
        <a:spcBef>
          <a:spcPts val="0"/>
        </a:spcBef>
        <a:buFont typeface="Arial" panose="020B0604020202020204"/>
        <a:buChar char="•"/>
        <a:defRPr sz="2000" kern="1200">
          <a:solidFill>
            <a:schemeClr val="tx1">
              <a:lumMod val="65000"/>
              <a:lumOff val="35000"/>
            </a:schemeClr>
          </a:solidFill>
          <a:latin typeface="+mn-lt"/>
          <a:ea typeface="+mn-lt"/>
          <a:cs typeface="+mn-lt"/>
        </a:defRPr>
      </a:lvl2pPr>
      <a:lvl3pPr marL="798830" indent="-161925" algn="l" defTabSz="914400">
        <a:lnSpc>
          <a:spcPct val="130000"/>
        </a:lnSpc>
        <a:spcBef>
          <a:spcPts val="0"/>
        </a:spcBef>
        <a:buFont typeface="Arial" panose="020B0604020202020204"/>
        <a:buChar char="•"/>
        <a:defRPr sz="1800" kern="1200">
          <a:solidFill>
            <a:schemeClr val="tx1">
              <a:lumMod val="65000"/>
              <a:lumOff val="35000"/>
            </a:schemeClr>
          </a:solidFill>
          <a:latin typeface="+mn-lt"/>
          <a:ea typeface="+mn-lt"/>
          <a:cs typeface="+mn-lt"/>
        </a:defRPr>
      </a:lvl3pPr>
      <a:lvl4pPr marL="1030605" indent="-149225" algn="l" defTabSz="914400">
        <a:lnSpc>
          <a:spcPct val="130000"/>
        </a:lnSpc>
        <a:spcBef>
          <a:spcPts val="0"/>
        </a:spcBef>
        <a:buFont typeface="Arial" panose="020B0604020202020204"/>
        <a:buChar char="•"/>
        <a:defRPr sz="1600" kern="1200">
          <a:solidFill>
            <a:schemeClr val="tx1">
              <a:lumMod val="65000"/>
              <a:lumOff val="35000"/>
            </a:schemeClr>
          </a:solidFill>
          <a:latin typeface="+mn-lt"/>
          <a:ea typeface="+mn-lt"/>
          <a:cs typeface="+mn-lt"/>
        </a:defRPr>
      </a:lvl4pPr>
      <a:lvl5pPr marL="1235075" indent="-127000" algn="l" defTabSz="914400">
        <a:lnSpc>
          <a:spcPct val="130000"/>
        </a:lnSpc>
        <a:spcBef>
          <a:spcPts val="0"/>
        </a:spcBef>
        <a:buFont typeface="Arial" panose="020B0604020202020204"/>
        <a:buChar char="•"/>
        <a:defRPr sz="1400" kern="1200">
          <a:solidFill>
            <a:schemeClr val="tx1">
              <a:lumMod val="65000"/>
              <a:lumOff val="35000"/>
            </a:schemeClr>
          </a:solidFill>
          <a:latin typeface="+mn-lt"/>
          <a:ea typeface="+mn-lt"/>
          <a:cs typeface="+mn-lt"/>
        </a:defRPr>
      </a:lvl5pPr>
      <a:lvl6pPr marL="2514600" indent="-228600" algn="l" defTabSz="914400">
        <a:lnSpc>
          <a:spcPct val="90000"/>
        </a:lnSpc>
        <a:spcBef>
          <a:spcPts val="500"/>
        </a:spcBef>
        <a:buFont typeface="Arial" panose="020B0604020202020204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6pPr>
      <a:lvl7pPr marL="2971800" indent="-228600" algn="l" defTabSz="914400">
        <a:lnSpc>
          <a:spcPct val="90000"/>
        </a:lnSpc>
        <a:spcBef>
          <a:spcPts val="500"/>
        </a:spcBef>
        <a:buFont typeface="Arial" panose="020B0604020202020204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7pPr>
      <a:lvl8pPr marL="3429000" indent="-228600" algn="l" defTabSz="914400">
        <a:lnSpc>
          <a:spcPct val="90000"/>
        </a:lnSpc>
        <a:spcBef>
          <a:spcPts val="500"/>
        </a:spcBef>
        <a:buFont typeface="Arial" panose="020B0604020202020204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8pPr>
      <a:lvl9pPr marL="3886200" indent="-228600" algn="l" defTabSz="914400">
        <a:lnSpc>
          <a:spcPct val="90000"/>
        </a:lnSpc>
        <a:spcBef>
          <a:spcPts val="500"/>
        </a:spcBef>
        <a:buFont typeface="Arial" panose="020B0604020202020204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marL="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1pPr>
      <a:lvl2pPr marL="4572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2pPr>
      <a:lvl3pPr marL="9144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3pPr>
      <a:lvl4pPr marL="13716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4pPr>
      <a:lvl5pPr marL="18288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5pPr>
      <a:lvl6pPr marL="22860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6pPr>
      <a:lvl7pPr marL="27432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7pPr>
      <a:lvl8pPr marL="32004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8pPr>
      <a:lvl9pPr marL="36576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8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8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3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8.xml"/></Relationships>
</file>

<file path=ppt/slides/_rels/slide6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6.xml"/><Relationship Id="rId3" Type="http://schemas.openxmlformats.org/officeDocument/2006/relationships/slideLayout" Target="../slideLayouts/slideLayout18.xml"/><Relationship Id="rId2" Type="http://schemas.openxmlformats.org/officeDocument/2006/relationships/chart" Target="../charts/chart2.xml"/><Relationship Id="rId1" Type="http://schemas.openxmlformats.org/officeDocument/2006/relationships/chart" Target="../charts/char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7.xml"/><Relationship Id="rId2" Type="http://schemas.openxmlformats.org/officeDocument/2006/relationships/slideLayout" Target="../slideLayouts/slideLayout18.xml"/><Relationship Id="rId1" Type="http://schemas.openxmlformats.org/officeDocument/2006/relationships/image" Target="../media/image1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8.xml"/><Relationship Id="rId2" Type="http://schemas.openxmlformats.org/officeDocument/2006/relationships/slideLayout" Target="../slideLayouts/slideLayout18.xml"/><Relationship Id="rId1" Type="http://schemas.openxmlformats.org/officeDocument/2006/relationships/image" Target="../media/image2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9.xml"/><Relationship Id="rId2" Type="http://schemas.openxmlformats.org/officeDocument/2006/relationships/slideLayout" Target="../slideLayouts/slideLayout18.xml"/><Relationship Id="rId1" Type="http://schemas.openxmlformats.org/officeDocument/2006/relationships/image" Target="../media/image3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0.xml"/><Relationship Id="rId2" Type="http://schemas.openxmlformats.org/officeDocument/2006/relationships/slideLayout" Target="../slideLayouts/slideLayout18.xml"/><Relationship Id="rId1" Type="http://schemas.openxmlformats.org/officeDocument/2006/relationships/chart" Target="../charts/chart3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0" name="副标题"/>
          <p:cNvSpPr>
            <a:spLocks noGrp="1"/>
          </p:cNvSpPr>
          <p:nvPr>
            <p:ph type="subTitle" idx="1"/>
          </p:nvPr>
        </p:nvSpPr>
        <p:spPr>
          <a:xfrm>
            <a:off x="1870710" y="4569460"/>
            <a:ext cx="8518525" cy="944880"/>
          </a:xfrm>
        </p:spPr>
        <p:txBody>
          <a:bodyPr/>
          <a:lstStyle/>
          <a:p>
            <a:pPr marL="0" indent="0" algn="l">
              <a:lnSpc>
                <a:spcPct val="130000"/>
              </a:lnSpc>
              <a:spcBef>
                <a:spcPts val="1000"/>
              </a:spcBef>
              <a:spcAft>
                <a:spcPts val="0"/>
              </a:spcAft>
              <a:buSzPct val="100000"/>
              <a:buNone/>
            </a:pPr>
            <a:r>
              <a:rPr>
                <a:latin typeface="+mn-lt"/>
                <a:ea typeface="+mn-lt"/>
                <a:cs typeface="+mn-lt"/>
              </a:rPr>
              <a:t>September 2026</a:t>
            </a:r>
            <a:endParaRPr>
              <a:latin typeface="+mn-lt"/>
              <a:ea typeface="+mn-lt"/>
              <a:cs typeface="+mn-lt"/>
            </a:endParaRPr>
          </a:p>
        </p:txBody>
      </p:sp>
      <p:sp>
        <p:nvSpPr>
          <p:cNvPr id="18" name="标题"/>
          <p:cNvSpPr>
            <a:spLocks noGrp="1"/>
          </p:cNvSpPr>
          <p:nvPr>
            <p:ph type="ctrTitle"/>
          </p:nvPr>
        </p:nvSpPr>
        <p:spPr/>
        <p:txBody>
          <a:bodyPr>
            <a:normAutofit fontScale="90000"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00000"/>
              <a:buNone/>
            </a:pPr>
            <a:r>
              <a:rPr sz="5800"/>
              <a:t>Monthly Report</a:t>
            </a:r>
            <a:r>
              <a:rPr sz="5800"/>
              <a:t> </a:t>
            </a:r>
            <a:br>
              <a:rPr sz="5800"/>
            </a:br>
            <a:r>
              <a:rPr sz="5800"/>
              <a:t>Larson Packaging Company Pelican</a:t>
            </a:r>
            <a:r>
              <a:rPr sz="5800"/>
              <a:t> Group</a:t>
            </a:r>
            <a:endParaRPr sz="580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graphicFrame>
        <p:nvGraphicFramePr>
          <p:cNvPr id="11" name="Table 2"/>
          <p:cNvGraphicFramePr/>
          <p:nvPr/>
        </p:nvGraphicFramePr>
        <p:xfrm>
          <a:off x="1066800" y="1496060"/>
          <a:ext cx="10514965" cy="516953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087370"/>
                <a:gridCol w="2353432"/>
                <a:gridCol w="2537081"/>
                <a:gridCol w="2537082"/>
              </a:tblGrid>
              <a:tr h="446405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t>Key Metric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2000" b="1"/>
                        <a:t>September 2026</a:t>
                      </a:r>
                      <a:endParaRPr sz="2000" b="1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2000"/>
                        <a:t>August 2026</a:t>
                      </a:r>
                      <a:endParaRPr sz="2000" b="1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2000" b="1"/>
                        <a:t>Change</a:t>
                      </a:r>
                      <a:endParaRPr sz="2000" b="1"/>
                    </a:p>
                  </a:txBody>
                  <a:tcPr/>
                </a:tc>
              </a:tr>
              <a:tr h="580390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2000" b="1"/>
                        <a:t>Cost</a:t>
                      </a:r>
                      <a:endParaRPr sz="2000" b="1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2000" b="0" i="0">
                          <a:solidFill>
                            <a:schemeClr val="tx1"/>
                          </a:solidFill>
                        </a:rPr>
                        <a:t>1,982.69</a:t>
                      </a:r>
                      <a:endParaRPr sz="2000" b="0" i="0">
                        <a:solidFill>
                          <a:schemeClr val="tx1"/>
                        </a:solidFill>
                      </a:endParaRPr>
                    </a:p>
                  </a:txBody>
                  <a:tcPr marL="7937" marR="7937" marT="7937" marB="0" anchor="ctr" anchorCtr="0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2000" b="0" i="0">
                          <a:solidFill>
                            <a:schemeClr val="tx1"/>
                          </a:solidFill>
                        </a:rPr>
                        <a:t>1,978.12</a:t>
                      </a:r>
                      <a:endParaRPr sz="2000" b="0" i="0">
                        <a:solidFill>
                          <a:schemeClr val="tx1"/>
                        </a:solidFill>
                      </a:endParaRPr>
                    </a:p>
                  </a:txBody>
                  <a:tcPr marL="7937" marR="7937" marT="7937" marB="0" anchor="ctr" anchorCtr="0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2000" b="0" i="0">
                          <a:solidFill>
                            <a:schemeClr val="tx1"/>
                          </a:solidFill>
                        </a:rPr>
                        <a:t>(+0.23%)</a:t>
                      </a:r>
                      <a:endParaRPr sz="2000" b="0" i="0">
                        <a:solidFill>
                          <a:schemeClr val="tx1"/>
                        </a:solidFill>
                      </a:endParaRPr>
                    </a:p>
                  </a:txBody>
                  <a:tcPr marL="7937" marR="7937" marT="7937" marB="0" anchor="ctr" anchorCtr="0"/>
                </a:tc>
              </a:tr>
              <a:tr h="446405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2000" b="1"/>
                        <a:t>Impression</a:t>
                      </a:r>
                      <a:endParaRPr sz="2000" b="1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2000" b="0" i="0">
                          <a:solidFill>
                            <a:schemeClr val="tx1"/>
                          </a:solidFill>
                        </a:rPr>
                        <a:t>15,230</a:t>
                      </a:r>
                      <a:endParaRPr sz="2000" b="0" i="0">
                        <a:solidFill>
                          <a:schemeClr val="tx1"/>
                        </a:solidFill>
                      </a:endParaRPr>
                    </a:p>
                  </a:txBody>
                  <a:tcPr marL="7937" marR="7937" marT="7937" marB="0" anchor="ctr" anchorCtr="0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2000" b="0" i="0">
                          <a:solidFill>
                            <a:schemeClr val="tx1"/>
                          </a:solidFill>
                        </a:rPr>
                        <a:t>14,585</a:t>
                      </a:r>
                      <a:endParaRPr sz="2000" b="0" i="0">
                        <a:solidFill>
                          <a:schemeClr val="tx1"/>
                        </a:solidFill>
                      </a:endParaRPr>
                    </a:p>
                  </a:txBody>
                  <a:tcPr marL="7937" marR="7937" marT="7937" marB="0" anchor="ctr" anchorCtr="0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2000" b="0" i="0">
                          <a:solidFill>
                            <a:schemeClr val="tx1"/>
                          </a:solidFill>
                        </a:rPr>
                        <a:t>(+4.42%)</a:t>
                      </a:r>
                      <a:endParaRPr sz="2000" b="0" i="0">
                        <a:solidFill>
                          <a:schemeClr val="tx1"/>
                        </a:solidFill>
                      </a:endParaRPr>
                    </a:p>
                  </a:txBody>
                  <a:tcPr marL="7937" marR="7937" marT="7937" marB="0" anchor="ctr" anchorCtr="0"/>
                </a:tc>
              </a:tr>
              <a:tr h="446405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2000" b="1"/>
                        <a:t>Click</a:t>
                      </a:r>
                      <a:endParaRPr sz="2000" b="1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2000" b="0" i="0">
                          <a:solidFill>
                            <a:schemeClr val="tx1"/>
                          </a:solidFill>
                        </a:rPr>
                        <a:t>939</a:t>
                      </a:r>
                      <a:endParaRPr sz="2000" b="0" i="0">
                        <a:solidFill>
                          <a:schemeClr val="tx1"/>
                        </a:solidFill>
                      </a:endParaRPr>
                    </a:p>
                  </a:txBody>
                  <a:tcPr marL="7937" marR="7937" marT="7937" marB="0" anchor="ctr" anchorCtr="0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2000" b="0" i="0">
                          <a:solidFill>
                            <a:schemeClr val="tx1"/>
                          </a:solidFill>
                        </a:rPr>
                        <a:t>504</a:t>
                      </a:r>
                      <a:endParaRPr sz="2000" b="0" i="0">
                        <a:solidFill>
                          <a:schemeClr val="tx1"/>
                        </a:solidFill>
                      </a:endParaRPr>
                    </a:p>
                  </a:txBody>
                  <a:tcPr marL="7937" marR="7937" marT="7937" marB="0" anchor="ctr" anchorCtr="0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2000" b="0" i="0">
                          <a:solidFill>
                            <a:schemeClr val="tx1"/>
                          </a:solidFill>
                        </a:rPr>
                        <a:t>(+86.31%)</a:t>
                      </a:r>
                      <a:endParaRPr sz="2000" b="0" i="0">
                        <a:solidFill>
                          <a:schemeClr val="tx1"/>
                        </a:solidFill>
                      </a:endParaRPr>
                    </a:p>
                  </a:txBody>
                  <a:tcPr marL="7937" marR="7937" marT="7937" marB="0" anchor="ctr" anchorCtr="0"/>
                </a:tc>
              </a:tr>
              <a:tr h="455930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2000" b="1"/>
                        <a:t>CPC</a:t>
                      </a:r>
                      <a:endParaRPr sz="2000" b="1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2000" b="0" i="0">
                          <a:solidFill>
                            <a:schemeClr val="tx1"/>
                          </a:solidFill>
                        </a:rPr>
                        <a:t>2.11</a:t>
                      </a:r>
                      <a:endParaRPr sz="2000" b="0" i="0">
                        <a:solidFill>
                          <a:schemeClr val="tx1"/>
                        </a:solidFill>
                      </a:endParaRPr>
                    </a:p>
                  </a:txBody>
                  <a:tcPr marL="7937" marR="7937" marT="7937" marB="0" anchor="ctr" anchorCtr="0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2000" b="0" i="0">
                          <a:solidFill>
                            <a:schemeClr val="tx1"/>
                          </a:solidFill>
                        </a:rPr>
                        <a:t>3.92</a:t>
                      </a:r>
                      <a:endParaRPr sz="2000" b="0" i="0">
                        <a:solidFill>
                          <a:schemeClr val="tx1"/>
                        </a:solidFill>
                      </a:endParaRPr>
                    </a:p>
                  </a:txBody>
                  <a:tcPr marL="7937" marR="7937" marT="7937" marB="0" anchor="ctr" anchorCtr="0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2000" b="0" i="0">
                          <a:solidFill>
                            <a:schemeClr val="tx1"/>
                          </a:solidFill>
                        </a:rPr>
                        <a:t>(-46.20%)</a:t>
                      </a:r>
                      <a:endParaRPr sz="2000" b="0" i="0">
                        <a:solidFill>
                          <a:schemeClr val="tx1"/>
                        </a:solidFill>
                      </a:endParaRPr>
                    </a:p>
                  </a:txBody>
                  <a:tcPr marL="7937" marR="7937" marT="7937" marB="0" anchor="ctr" anchorCtr="0"/>
                </a:tc>
              </a:tr>
              <a:tr h="447040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2000" b="1"/>
                        <a:t>CTR</a:t>
                      </a:r>
                      <a:endParaRPr sz="2000" b="1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2000" b="0" i="0">
                          <a:solidFill>
                            <a:schemeClr val="tx1"/>
                          </a:solidFill>
                        </a:rPr>
                        <a:t>6.17%</a:t>
                      </a:r>
                      <a:endParaRPr sz="2000" b="0" i="0">
                        <a:solidFill>
                          <a:schemeClr val="tx1"/>
                        </a:solidFill>
                      </a:endParaRPr>
                    </a:p>
                  </a:txBody>
                  <a:tcPr marL="7937" marR="7937" marT="7937" marB="0" anchor="ctr" anchorCtr="0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2000" b="0" i="0">
                          <a:solidFill>
                            <a:schemeClr val="tx1"/>
                          </a:solidFill>
                        </a:rPr>
                        <a:t>3.46%</a:t>
                      </a:r>
                      <a:endParaRPr sz="2000" b="0" i="0">
                        <a:solidFill>
                          <a:schemeClr val="tx1"/>
                        </a:solidFill>
                      </a:endParaRPr>
                    </a:p>
                  </a:txBody>
                  <a:tcPr marL="7937" marR="7937" marT="7937" marB="0" anchor="ctr" anchorCtr="0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2000" b="0" i="0">
                          <a:solidFill>
                            <a:schemeClr val="tx1"/>
                          </a:solidFill>
                        </a:rPr>
                        <a:t>(+78.42%)</a:t>
                      </a:r>
                      <a:endParaRPr sz="2000" b="0" i="0">
                        <a:solidFill>
                          <a:schemeClr val="tx1"/>
                        </a:solidFill>
                      </a:endParaRPr>
                    </a:p>
                  </a:txBody>
                  <a:tcPr marL="7937" marR="7937" marT="7937" marB="0" anchor="ctr" anchorCtr="0"/>
                </a:tc>
              </a:tr>
              <a:tr h="446405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2000" b="1"/>
                        <a:t>Lead</a:t>
                      </a:r>
                      <a:endParaRPr sz="2000" b="1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2000" b="0" i="0">
                          <a:solidFill>
                            <a:schemeClr val="tx1"/>
                          </a:solidFill>
                        </a:rPr>
                        <a:t>13.00</a:t>
                      </a:r>
                      <a:endParaRPr sz="2000" b="0" i="0">
                        <a:solidFill>
                          <a:schemeClr val="tx1"/>
                        </a:solidFill>
                      </a:endParaRPr>
                    </a:p>
                  </a:txBody>
                  <a:tcPr marL="7937" marR="7937" marT="7937" marB="0" anchor="ctr" anchorCtr="0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2000" b="0" i="0">
                          <a:solidFill>
                            <a:schemeClr val="tx1"/>
                          </a:solidFill>
                        </a:rPr>
                        <a:t>12.00</a:t>
                      </a:r>
                      <a:endParaRPr sz="2000" b="0" i="0">
                        <a:solidFill>
                          <a:schemeClr val="tx1"/>
                        </a:solidFill>
                      </a:endParaRPr>
                    </a:p>
                  </a:txBody>
                  <a:tcPr marL="7937" marR="7937" marT="7937" marB="0" anchor="ctr" anchorCtr="0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2000" b="0" i="0">
                          <a:solidFill>
                            <a:schemeClr val="tx1"/>
                          </a:solidFill>
                        </a:rPr>
                        <a:t>(+8.33%)</a:t>
                      </a:r>
                      <a:endParaRPr sz="2000" b="0" i="0">
                        <a:solidFill>
                          <a:schemeClr val="tx1"/>
                        </a:solidFill>
                      </a:endParaRPr>
                    </a:p>
                  </a:txBody>
                  <a:tcPr marL="7937" marR="7937" marT="7937" marB="0" anchor="ctr" anchorCtr="0"/>
                </a:tc>
              </a:tr>
              <a:tr h="1007745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2000" b="1"/>
                        <a:t>CPL (Pelican total)</a:t>
                      </a:r>
                      <a:endParaRPr sz="2000" b="1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2000" b="0" i="0">
                          <a:solidFill>
                            <a:schemeClr val="tx1"/>
                          </a:solidFill>
                        </a:rPr>
                        <a:t>152.51</a:t>
                      </a:r>
                      <a:endParaRPr sz="2000" b="0" i="0">
                        <a:solidFill>
                          <a:schemeClr val="tx1"/>
                        </a:solidFill>
                      </a:endParaRPr>
                    </a:p>
                  </a:txBody>
                  <a:tcPr marL="7937" marR="7937" marT="7937" marB="0" anchor="ctr" anchorCtr="0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2000" b="0" i="0">
                          <a:solidFill>
                            <a:schemeClr val="tx1"/>
                          </a:solidFill>
                        </a:rPr>
                        <a:t>164.84</a:t>
                      </a:r>
                      <a:endParaRPr sz="2000" b="0" i="0">
                        <a:solidFill>
                          <a:schemeClr val="tx1"/>
                        </a:solidFill>
                      </a:endParaRPr>
                    </a:p>
                  </a:txBody>
                  <a:tcPr marL="7937" marR="7937" marT="7937" marB="0" anchor="ctr" anchorCtr="0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2000" b="0" i="0">
                          <a:solidFill>
                            <a:schemeClr val="tx1"/>
                          </a:solidFill>
                        </a:rPr>
                        <a:t>(-7.48%)</a:t>
                      </a:r>
                      <a:endParaRPr sz="2000" b="0" i="0">
                        <a:solidFill>
                          <a:schemeClr val="tx1"/>
                        </a:solidFill>
                      </a:endParaRPr>
                    </a:p>
                  </a:txBody>
                  <a:tcPr marL="7937" marR="7937" marT="7937" marB="0" anchor="ctr" anchorCtr="0"/>
                </a:tc>
              </a:tr>
            </a:tbl>
          </a:graphicData>
        </a:graphic>
      </p:graphicFrame>
      <p:sp>
        <p:nvSpPr>
          <p:cNvPr id="9" name="Title 8"/>
          <p:cNvSpPr>
            <a:spLocks noGrp="1"/>
          </p:cNvSpPr>
          <p:nvPr>
            <p:ph type="title"/>
          </p:nvPr>
        </p:nvSpPr>
        <p:spPr/>
        <p:txBody>
          <a:bodyPr vert="horz" wrap="square" lIns="0" tIns="0" rIns="0" bIns="0" anchor="b">
            <a:normAutofit/>
          </a:bodyPr>
          <a:lstStyle>
            <a:lvl1pPr>
              <a:buNone/>
              <a:defRPr>
                <a:latin typeface="+mj-lt"/>
                <a:ea typeface="+mj-lt"/>
                <a:cs typeface="+mj-lt"/>
              </a:defRPr>
            </a:lvl1pPr>
          </a:lstStyle>
          <a:p>
            <a:pPr lvl="0" algn="l">
              <a:buClrTx/>
              <a:buSzTx/>
              <a:buFontTx/>
              <a:buNone/>
            </a:pPr>
            <a:r>
              <a:t>Account overview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0" name="任意多边形 19"/>
          <p:cNvSpPr>
            <a:spLocks noGrp="1"/>
          </p:cNvSpPr>
          <p:nvPr/>
        </p:nvSpPr>
        <p:spPr>
          <a:xfrm>
            <a:off x="940118" y="3480436"/>
            <a:ext cx="5036185" cy="1386000"/>
          </a:xfrm>
          <a:custGeom>
            <a:avLst/>
            <a:gdLst>
              <a:gd name="adj" fmla="val 10987"/>
              <a:gd name="a" fmla="pin 0 adj 50000"/>
              <a:gd name="x1" fmla="*/ ss a 100000"/>
              <a:gd name="x2" fmla="+- r 0 x1"/>
              <a:gd name="y2" fmla="+- b 0 x1"/>
              <a:gd name="il" fmla="*/ x1 29289 100000"/>
              <a:gd name="ir" fmla="+- r 0 il"/>
              <a:gd name="ib" fmla="+- b 0 il"/>
            </a:gdLst>
            <a:ahLst/>
            <a:cxnLst/>
            <a:rect l="l" t="t" r="r" b="b"/>
            <a:pathLst>
              <a:path w="7931" h="2179">
                <a:moveTo>
                  <a:pt x="2189" y="0"/>
                </a:moveTo>
                <a:lnTo>
                  <a:pt x="2366" y="0"/>
                </a:lnTo>
                <a:cubicBezTo>
                  <a:pt x="2370" y="0"/>
                  <a:pt x="2374" y="0"/>
                  <a:pt x="2378" y="0"/>
                </a:cubicBezTo>
                <a:lnTo>
                  <a:pt x="2388" y="1"/>
                </a:lnTo>
                <a:lnTo>
                  <a:pt x="5310" y="1"/>
                </a:lnTo>
                <a:lnTo>
                  <a:pt x="7688" y="1"/>
                </a:lnTo>
                <a:cubicBezTo>
                  <a:pt x="7822" y="1"/>
                  <a:pt x="7931" y="108"/>
                  <a:pt x="7931" y="241"/>
                </a:cubicBezTo>
                <a:lnTo>
                  <a:pt x="7931" y="1939"/>
                </a:lnTo>
                <a:cubicBezTo>
                  <a:pt x="7931" y="2072"/>
                  <a:pt x="7822" y="2179"/>
                  <a:pt x="7688" y="2179"/>
                </a:cubicBezTo>
                <a:lnTo>
                  <a:pt x="5310" y="2179"/>
                </a:lnTo>
                <a:lnTo>
                  <a:pt x="2189" y="2179"/>
                </a:lnTo>
                <a:lnTo>
                  <a:pt x="243" y="2179"/>
                </a:lnTo>
                <a:cubicBezTo>
                  <a:pt x="109" y="2179"/>
                  <a:pt x="0" y="2072"/>
                  <a:pt x="0" y="1939"/>
                </a:cubicBezTo>
                <a:lnTo>
                  <a:pt x="0" y="1689"/>
                </a:lnTo>
                <a:lnTo>
                  <a:pt x="27" y="1693"/>
                </a:lnTo>
                <a:cubicBezTo>
                  <a:pt x="58" y="1698"/>
                  <a:pt x="90" y="1701"/>
                  <a:pt x="123" y="1701"/>
                </a:cubicBezTo>
                <a:cubicBezTo>
                  <a:pt x="468" y="1701"/>
                  <a:pt x="747" y="1425"/>
                  <a:pt x="747" y="1084"/>
                </a:cubicBezTo>
                <a:cubicBezTo>
                  <a:pt x="747" y="744"/>
                  <a:pt x="468" y="468"/>
                  <a:pt x="123" y="468"/>
                </a:cubicBezTo>
                <a:cubicBezTo>
                  <a:pt x="90" y="468"/>
                  <a:pt x="58" y="471"/>
                  <a:pt x="27" y="476"/>
                </a:cubicBezTo>
                <a:lnTo>
                  <a:pt x="0" y="479"/>
                </a:lnTo>
                <a:lnTo>
                  <a:pt x="0" y="241"/>
                </a:lnTo>
                <a:cubicBezTo>
                  <a:pt x="0" y="108"/>
                  <a:pt x="109" y="1"/>
                  <a:pt x="243" y="1"/>
                </a:cubicBezTo>
                <a:lnTo>
                  <a:pt x="2189" y="1"/>
                </a:lnTo>
                <a:lnTo>
                  <a:pt x="2189" y="0"/>
                </a:lnTo>
                <a:close/>
              </a:path>
            </a:pathLst>
          </a:custGeom>
          <a:solidFill>
            <a:srgbClr val="000000">
              <a:lumMod val="40000"/>
              <a:lumOff val="60000"/>
              <a:alpha val="15000"/>
            </a:srgbClr>
          </a:solidFill>
          <a:ln w="6350" cmpd="sng">
            <a:solidFill>
              <a:srgbClr val="FFFFFF">
                <a:lumMod val="100000"/>
                <a:alpha val="40000"/>
              </a:srgbClr>
            </a:solidFill>
            <a:prstDash val="solid"/>
          </a:ln>
        </p:spPr>
        <p:txBody>
          <a:bodyPr wrap="square" lIns="703580" tIns="634" rIns="163195" bIns="0" anchor="ctr">
            <a:normAutofit lnSpcReduction="20000"/>
          </a:bodyPr>
          <a:lstStyle/>
          <a:p>
            <a:pPr>
              <a:lnSpc>
                <a:spcPct val="150000"/>
              </a:lnSpc>
              <a:buNone/>
            </a:pPr>
            <a:r>
              <a:rPr lang="en-US" sz="1600">
                <a:solidFill>
                  <a:srgbClr val="000000"/>
                </a:solidFill>
              </a:rPr>
              <a:t>CTR increased from 3.5% to 6.2% means the system has reach the right audience  </a:t>
            </a:r>
            <a:endParaRPr lang="en-US" sz="1600">
              <a:solidFill>
                <a:srgbClr val="000000"/>
              </a:solidFill>
            </a:endParaRPr>
          </a:p>
        </p:txBody>
      </p:sp>
      <p:sp>
        <p:nvSpPr>
          <p:cNvPr id="23" name="任意多边形 22"/>
          <p:cNvSpPr>
            <a:spLocks noGrp="1"/>
          </p:cNvSpPr>
          <p:nvPr/>
        </p:nvSpPr>
        <p:spPr>
          <a:xfrm>
            <a:off x="940118" y="5140961"/>
            <a:ext cx="5036185" cy="1386000"/>
          </a:xfrm>
          <a:custGeom>
            <a:avLst/>
            <a:gdLst>
              <a:gd name="adj" fmla="val 10987"/>
              <a:gd name="a" fmla="pin 0 adj 50000"/>
              <a:gd name="x1" fmla="*/ ss a 100000"/>
              <a:gd name="x2" fmla="+- r 0 x1"/>
              <a:gd name="y2" fmla="+- b 0 x1"/>
              <a:gd name="il" fmla="*/ x1 29289 100000"/>
              <a:gd name="ir" fmla="+- r 0 il"/>
              <a:gd name="ib" fmla="+- b 0 il"/>
            </a:gdLst>
            <a:ahLst/>
            <a:cxnLst/>
            <a:rect l="l" t="t" r="r" b="b"/>
            <a:pathLst>
              <a:path w="7931" h="2179">
                <a:moveTo>
                  <a:pt x="243" y="0"/>
                </a:moveTo>
                <a:lnTo>
                  <a:pt x="2189" y="0"/>
                </a:lnTo>
                <a:lnTo>
                  <a:pt x="2366" y="0"/>
                </a:lnTo>
                <a:lnTo>
                  <a:pt x="2378" y="0"/>
                </a:lnTo>
                <a:lnTo>
                  <a:pt x="5310" y="0"/>
                </a:lnTo>
                <a:lnTo>
                  <a:pt x="5310" y="1"/>
                </a:lnTo>
                <a:lnTo>
                  <a:pt x="7688" y="1"/>
                </a:lnTo>
                <a:cubicBezTo>
                  <a:pt x="7822" y="1"/>
                  <a:pt x="7931" y="108"/>
                  <a:pt x="7931" y="241"/>
                </a:cubicBezTo>
                <a:lnTo>
                  <a:pt x="7931" y="1939"/>
                </a:lnTo>
                <a:cubicBezTo>
                  <a:pt x="7931" y="2072"/>
                  <a:pt x="7822" y="2179"/>
                  <a:pt x="7688" y="2179"/>
                </a:cubicBezTo>
                <a:lnTo>
                  <a:pt x="2189" y="2179"/>
                </a:lnTo>
                <a:lnTo>
                  <a:pt x="2189" y="2178"/>
                </a:lnTo>
                <a:lnTo>
                  <a:pt x="243" y="2178"/>
                </a:lnTo>
                <a:cubicBezTo>
                  <a:pt x="109" y="2178"/>
                  <a:pt x="0" y="2071"/>
                  <a:pt x="0" y="1938"/>
                </a:cubicBezTo>
                <a:lnTo>
                  <a:pt x="0" y="1688"/>
                </a:lnTo>
                <a:lnTo>
                  <a:pt x="27" y="1692"/>
                </a:lnTo>
                <a:cubicBezTo>
                  <a:pt x="58" y="1697"/>
                  <a:pt x="90" y="1700"/>
                  <a:pt x="123" y="1700"/>
                </a:cubicBezTo>
                <a:cubicBezTo>
                  <a:pt x="468" y="1700"/>
                  <a:pt x="747" y="1424"/>
                  <a:pt x="747" y="1083"/>
                </a:cubicBezTo>
                <a:cubicBezTo>
                  <a:pt x="747" y="743"/>
                  <a:pt x="468" y="467"/>
                  <a:pt x="123" y="467"/>
                </a:cubicBezTo>
                <a:cubicBezTo>
                  <a:pt x="90" y="467"/>
                  <a:pt x="58" y="470"/>
                  <a:pt x="27" y="475"/>
                </a:cubicBezTo>
                <a:lnTo>
                  <a:pt x="0" y="478"/>
                </a:lnTo>
                <a:lnTo>
                  <a:pt x="0" y="240"/>
                </a:lnTo>
                <a:cubicBezTo>
                  <a:pt x="0" y="107"/>
                  <a:pt x="109" y="0"/>
                  <a:pt x="243" y="0"/>
                </a:cubicBezTo>
                <a:close/>
              </a:path>
            </a:pathLst>
          </a:custGeom>
          <a:solidFill>
            <a:srgbClr val="000000">
              <a:lumMod val="40000"/>
              <a:lumOff val="60000"/>
              <a:alpha val="15000"/>
            </a:srgbClr>
          </a:solidFill>
          <a:ln w="6350" cmpd="sng">
            <a:solidFill>
              <a:srgbClr val="FFFFFF">
                <a:lumMod val="100000"/>
                <a:alpha val="40000"/>
              </a:srgbClr>
            </a:solidFill>
            <a:prstDash val="solid"/>
          </a:ln>
        </p:spPr>
        <p:txBody>
          <a:bodyPr wrap="square" lIns="703580" tIns="634" rIns="163195" bIns="0" anchor="ctr">
            <a:normAutofit/>
          </a:bodyPr>
          <a:lstStyle/>
          <a:p>
            <a:pPr>
              <a:lnSpc>
                <a:spcPct val="150000"/>
              </a:lnSpc>
              <a:buNone/>
            </a:pPr>
            <a:r>
              <a:rPr lang="en-US" sz="1600">
                <a:solidFill>
                  <a:srgbClr val="000000"/>
                </a:solidFill>
              </a:rPr>
              <a:t>Overall, this month performance and traffic improved.</a:t>
            </a:r>
            <a:endParaRPr lang="en-US" sz="1600">
              <a:solidFill>
                <a:srgbClr val="000000"/>
              </a:solidFill>
            </a:endParaRPr>
          </a:p>
        </p:txBody>
      </p:sp>
      <p:sp>
        <p:nvSpPr>
          <p:cNvPr id="7" name="任意多边形 5"/>
          <p:cNvSpPr>
            <a:spLocks noGrp="1"/>
          </p:cNvSpPr>
          <p:nvPr/>
        </p:nvSpPr>
        <p:spPr>
          <a:xfrm>
            <a:off x="940118" y="1820545"/>
            <a:ext cx="5036185" cy="1384300"/>
          </a:xfrm>
          <a:custGeom>
            <a:avLst/>
            <a:gdLst>
              <a:gd name="adj" fmla="val 10987"/>
              <a:gd name="a" fmla="pin 0 adj 50000"/>
              <a:gd name="x1" fmla="*/ ss a 100000"/>
              <a:gd name="x2" fmla="+- r 0 x1"/>
              <a:gd name="y2" fmla="+- b 0 x1"/>
              <a:gd name="il" fmla="*/ x1 29289 100000"/>
              <a:gd name="ir" fmla="+- r 0 il"/>
              <a:gd name="ib" fmla="+- b 0 il"/>
            </a:gdLst>
            <a:ahLst/>
            <a:cxnLst/>
            <a:rect l="l" t="t" r="r" b="b"/>
            <a:pathLst>
              <a:path w="7931" h="2180">
                <a:moveTo>
                  <a:pt x="243" y="0"/>
                </a:moveTo>
                <a:lnTo>
                  <a:pt x="5310" y="0"/>
                </a:lnTo>
                <a:lnTo>
                  <a:pt x="5310" y="2"/>
                </a:lnTo>
                <a:lnTo>
                  <a:pt x="7688" y="2"/>
                </a:lnTo>
                <a:cubicBezTo>
                  <a:pt x="7822" y="2"/>
                  <a:pt x="7931" y="109"/>
                  <a:pt x="7931" y="242"/>
                </a:cubicBezTo>
                <a:lnTo>
                  <a:pt x="7931" y="1940"/>
                </a:lnTo>
                <a:cubicBezTo>
                  <a:pt x="7931" y="2073"/>
                  <a:pt x="7822" y="2180"/>
                  <a:pt x="7688" y="2180"/>
                </a:cubicBezTo>
                <a:lnTo>
                  <a:pt x="2189" y="2180"/>
                </a:lnTo>
                <a:lnTo>
                  <a:pt x="2189" y="2178"/>
                </a:lnTo>
                <a:lnTo>
                  <a:pt x="243" y="2178"/>
                </a:lnTo>
                <a:cubicBezTo>
                  <a:pt x="109" y="2178"/>
                  <a:pt x="0" y="2071"/>
                  <a:pt x="0" y="1938"/>
                </a:cubicBezTo>
                <a:lnTo>
                  <a:pt x="0" y="1688"/>
                </a:lnTo>
                <a:lnTo>
                  <a:pt x="27" y="1692"/>
                </a:lnTo>
                <a:cubicBezTo>
                  <a:pt x="58" y="1697"/>
                  <a:pt x="90" y="1700"/>
                  <a:pt x="123" y="1700"/>
                </a:cubicBezTo>
                <a:cubicBezTo>
                  <a:pt x="468" y="1700"/>
                  <a:pt x="747" y="1424"/>
                  <a:pt x="747" y="1083"/>
                </a:cubicBezTo>
                <a:cubicBezTo>
                  <a:pt x="747" y="743"/>
                  <a:pt x="468" y="467"/>
                  <a:pt x="123" y="467"/>
                </a:cubicBezTo>
                <a:cubicBezTo>
                  <a:pt x="90" y="467"/>
                  <a:pt x="58" y="470"/>
                  <a:pt x="27" y="475"/>
                </a:cubicBezTo>
                <a:lnTo>
                  <a:pt x="0" y="478"/>
                </a:lnTo>
                <a:lnTo>
                  <a:pt x="0" y="240"/>
                </a:lnTo>
                <a:cubicBezTo>
                  <a:pt x="0" y="107"/>
                  <a:pt x="109" y="0"/>
                  <a:pt x="243" y="0"/>
                </a:cubicBezTo>
                <a:close/>
              </a:path>
            </a:pathLst>
          </a:custGeom>
          <a:solidFill>
            <a:srgbClr val="000000">
              <a:lumMod val="40000"/>
              <a:lumOff val="60000"/>
              <a:alpha val="15000"/>
            </a:srgbClr>
          </a:solidFill>
          <a:ln w="6350" cmpd="sng">
            <a:solidFill>
              <a:srgbClr val="FFFFFF">
                <a:lumMod val="100000"/>
                <a:alpha val="40000"/>
              </a:srgbClr>
            </a:solidFill>
            <a:prstDash val="solid"/>
          </a:ln>
        </p:spPr>
        <p:txBody>
          <a:bodyPr wrap="square" lIns="703580" tIns="634" rIns="163195" bIns="0" anchor="ctr">
            <a:normAutofit lnSpcReduction="10000"/>
          </a:bodyPr>
          <a:lstStyle/>
          <a:p>
            <a:pPr>
              <a:lnSpc>
                <a:spcPct val="150000"/>
              </a:lnSpc>
              <a:buNone/>
            </a:pPr>
            <a:r>
              <a:rPr lang="en-US" sz="1600" b="1">
                <a:solidFill>
                  <a:srgbClr val="000000"/>
                </a:solidFill>
              </a:rPr>
              <a:t>Overall traffic increased</a:t>
            </a:r>
            <a:endParaRPr lang="en-US" sz="1600" b="1">
              <a:solidFill>
                <a:srgbClr val="000000"/>
              </a:solidFill>
            </a:endParaRPr>
          </a:p>
          <a:p>
            <a:pPr>
              <a:lnSpc>
                <a:spcPct val="150000"/>
              </a:lnSpc>
              <a:buNone/>
            </a:pPr>
            <a:r>
              <a:rPr lang="en-US" sz="1600">
                <a:solidFill>
                  <a:srgbClr val="000000"/>
                </a:solidFill>
              </a:rPr>
              <a:t>Though we have spent the same budget, your impression increased 4.4% and click increased 86%</a:t>
            </a:r>
            <a:endParaRPr lang="en-US" sz="1600">
              <a:solidFill>
                <a:srgbClr val="000000"/>
              </a:solidFill>
            </a:endParaRPr>
          </a:p>
        </p:txBody>
      </p:sp>
      <p:sp>
        <p:nvSpPr>
          <p:cNvPr id="8" name="椭圆 4"/>
          <p:cNvSpPr>
            <a:spLocks noGrp="1"/>
          </p:cNvSpPr>
          <p:nvPr/>
        </p:nvSpPr>
        <p:spPr>
          <a:xfrm>
            <a:off x="693103" y="2188211"/>
            <a:ext cx="648108" cy="648108"/>
          </a:xfrm>
          <a:prstGeom prst="ellipse">
            <a:avLst/>
          </a:prstGeom>
          <a:solidFill>
            <a:schemeClr val="accent1"/>
          </a:solidFill>
          <a:ln w="12700" cmpd="sng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ctr">
              <a:buNone/>
            </a:pPr>
            <a:r>
              <a:rPr b="1">
                <a:solidFill>
                  <a:srgbClr val="FFFFFF"/>
                </a:solidFill>
              </a:rPr>
              <a:t>01</a:t>
            </a:r>
            <a:endParaRPr b="1">
              <a:solidFill>
                <a:srgbClr val="FFFFFF"/>
              </a:solidFill>
            </a:endParaRPr>
          </a:p>
        </p:txBody>
      </p:sp>
      <p:sp>
        <p:nvSpPr>
          <p:cNvPr id="22" name="椭圆 21"/>
          <p:cNvSpPr>
            <a:spLocks noGrp="1"/>
          </p:cNvSpPr>
          <p:nvPr/>
        </p:nvSpPr>
        <p:spPr>
          <a:xfrm>
            <a:off x="693103" y="3848101"/>
            <a:ext cx="648108" cy="648108"/>
          </a:xfrm>
          <a:prstGeom prst="ellipse">
            <a:avLst/>
          </a:prstGeom>
          <a:solidFill>
            <a:schemeClr val="accent3"/>
          </a:solidFill>
          <a:ln w="12700" cmpd="sng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ctr">
              <a:buNone/>
            </a:pPr>
            <a:r>
              <a:rPr b="1">
                <a:solidFill>
                  <a:srgbClr val="FFFFFF"/>
                </a:solidFill>
              </a:rPr>
              <a:t>03</a:t>
            </a:r>
            <a:endParaRPr b="1">
              <a:solidFill>
                <a:srgbClr val="FFFFFF"/>
              </a:solidFill>
            </a:endParaRPr>
          </a:p>
        </p:txBody>
      </p:sp>
      <p:sp>
        <p:nvSpPr>
          <p:cNvPr id="28" name="任意多边形 27"/>
          <p:cNvSpPr>
            <a:spLocks noGrp="1"/>
          </p:cNvSpPr>
          <p:nvPr/>
        </p:nvSpPr>
        <p:spPr>
          <a:xfrm>
            <a:off x="6462713" y="1820545"/>
            <a:ext cx="5036185" cy="1384300"/>
          </a:xfrm>
          <a:custGeom>
            <a:avLst/>
            <a:gdLst>
              <a:gd name="adj" fmla="val 10987"/>
              <a:gd name="a" fmla="pin 0 adj 50000"/>
              <a:gd name="x1" fmla="*/ ss a 100000"/>
              <a:gd name="x2" fmla="+- r 0 x1"/>
              <a:gd name="y2" fmla="+- b 0 x1"/>
              <a:gd name="il" fmla="*/ x1 29289 100000"/>
              <a:gd name="ir" fmla="+- r 0 il"/>
              <a:gd name="ib" fmla="+- b 0 il"/>
            </a:gdLst>
            <a:ahLst/>
            <a:cxnLst/>
            <a:rect l="l" t="t" r="r" b="b"/>
            <a:pathLst>
              <a:path w="7931" h="2180">
                <a:moveTo>
                  <a:pt x="243" y="0"/>
                </a:moveTo>
                <a:lnTo>
                  <a:pt x="5310" y="0"/>
                </a:lnTo>
                <a:lnTo>
                  <a:pt x="5310" y="2"/>
                </a:lnTo>
                <a:lnTo>
                  <a:pt x="7688" y="2"/>
                </a:lnTo>
                <a:cubicBezTo>
                  <a:pt x="7822" y="2"/>
                  <a:pt x="7931" y="109"/>
                  <a:pt x="7931" y="242"/>
                </a:cubicBezTo>
                <a:lnTo>
                  <a:pt x="7931" y="1940"/>
                </a:lnTo>
                <a:cubicBezTo>
                  <a:pt x="7931" y="2073"/>
                  <a:pt x="7822" y="2180"/>
                  <a:pt x="7688" y="2180"/>
                </a:cubicBezTo>
                <a:lnTo>
                  <a:pt x="2189" y="2180"/>
                </a:lnTo>
                <a:lnTo>
                  <a:pt x="2189" y="2178"/>
                </a:lnTo>
                <a:lnTo>
                  <a:pt x="243" y="2178"/>
                </a:lnTo>
                <a:cubicBezTo>
                  <a:pt x="109" y="2178"/>
                  <a:pt x="0" y="2071"/>
                  <a:pt x="0" y="1938"/>
                </a:cubicBezTo>
                <a:lnTo>
                  <a:pt x="0" y="1688"/>
                </a:lnTo>
                <a:lnTo>
                  <a:pt x="27" y="1692"/>
                </a:lnTo>
                <a:cubicBezTo>
                  <a:pt x="58" y="1697"/>
                  <a:pt x="90" y="1700"/>
                  <a:pt x="123" y="1700"/>
                </a:cubicBezTo>
                <a:cubicBezTo>
                  <a:pt x="468" y="1700"/>
                  <a:pt x="747" y="1424"/>
                  <a:pt x="747" y="1083"/>
                </a:cubicBezTo>
                <a:cubicBezTo>
                  <a:pt x="747" y="743"/>
                  <a:pt x="468" y="467"/>
                  <a:pt x="123" y="467"/>
                </a:cubicBezTo>
                <a:cubicBezTo>
                  <a:pt x="90" y="467"/>
                  <a:pt x="58" y="470"/>
                  <a:pt x="27" y="475"/>
                </a:cubicBezTo>
                <a:lnTo>
                  <a:pt x="0" y="478"/>
                </a:lnTo>
                <a:lnTo>
                  <a:pt x="0" y="240"/>
                </a:lnTo>
                <a:cubicBezTo>
                  <a:pt x="0" y="107"/>
                  <a:pt x="109" y="0"/>
                  <a:pt x="243" y="0"/>
                </a:cubicBezTo>
                <a:close/>
              </a:path>
            </a:pathLst>
          </a:custGeom>
          <a:solidFill>
            <a:srgbClr val="000000">
              <a:lumMod val="40000"/>
              <a:lumOff val="60000"/>
              <a:alpha val="15000"/>
            </a:srgbClr>
          </a:solidFill>
          <a:ln w="6350" cmpd="sng">
            <a:solidFill>
              <a:srgbClr val="FFFFFF">
                <a:lumMod val="100000"/>
                <a:alpha val="40000"/>
              </a:srgbClr>
            </a:solidFill>
            <a:prstDash val="solid"/>
          </a:ln>
        </p:spPr>
        <p:txBody>
          <a:bodyPr wrap="square" lIns="703580" tIns="634" rIns="163195" bIns="0" anchor="ctr">
            <a:normAutofit lnSpcReduction="10000"/>
          </a:bodyPr>
          <a:lstStyle/>
          <a:p>
            <a:pPr>
              <a:lnSpc>
                <a:spcPct val="150000"/>
              </a:lnSpc>
              <a:buNone/>
            </a:pPr>
            <a:r>
              <a:rPr lang="en-US" sz="1600" b="1">
                <a:solidFill>
                  <a:srgbClr val="000000"/>
                </a:solidFill>
              </a:rPr>
              <a:t>Overall performance increased</a:t>
            </a:r>
            <a:endParaRPr lang="en-US" sz="1600" b="1">
              <a:solidFill>
                <a:srgbClr val="000000"/>
              </a:solidFill>
            </a:endParaRPr>
          </a:p>
          <a:p>
            <a:pPr>
              <a:lnSpc>
                <a:spcPct val="150000"/>
              </a:lnSpc>
              <a:buNone/>
            </a:pPr>
            <a:r>
              <a:rPr lang="en-US" sz="1600">
                <a:solidFill>
                  <a:srgbClr val="000000"/>
                </a:solidFill>
              </a:rPr>
              <a:t>CPL reduced 7.5%, from $164.8 to 152.5</a:t>
            </a:r>
            <a:endParaRPr lang="en-US" sz="1600">
              <a:solidFill>
                <a:srgbClr val="000000"/>
              </a:solidFill>
            </a:endParaRPr>
          </a:p>
        </p:txBody>
      </p:sp>
      <p:sp>
        <p:nvSpPr>
          <p:cNvPr id="25" name="椭圆 24"/>
          <p:cNvSpPr>
            <a:spLocks noGrp="1"/>
          </p:cNvSpPr>
          <p:nvPr/>
        </p:nvSpPr>
        <p:spPr>
          <a:xfrm>
            <a:off x="693103" y="5507991"/>
            <a:ext cx="648108" cy="648108"/>
          </a:xfrm>
          <a:prstGeom prst="ellipse">
            <a:avLst/>
          </a:prstGeom>
          <a:solidFill>
            <a:schemeClr val="accent5"/>
          </a:solidFill>
          <a:ln w="12700" cmpd="sng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ctr">
              <a:buNone/>
            </a:pPr>
            <a:r>
              <a:rPr b="1">
                <a:solidFill>
                  <a:srgbClr val="FFFFFF"/>
                </a:solidFill>
              </a:rPr>
              <a:t>05</a:t>
            </a:r>
            <a:endParaRPr b="1">
              <a:solidFill>
                <a:srgbClr val="FFFFFF"/>
              </a:solidFill>
            </a:endParaRPr>
          </a:p>
        </p:txBody>
      </p:sp>
      <p:sp>
        <p:nvSpPr>
          <p:cNvPr id="29" name="椭圆 28"/>
          <p:cNvSpPr>
            <a:spLocks noGrp="1"/>
          </p:cNvSpPr>
          <p:nvPr/>
        </p:nvSpPr>
        <p:spPr>
          <a:xfrm>
            <a:off x="6215698" y="2188211"/>
            <a:ext cx="648108" cy="648108"/>
          </a:xfrm>
          <a:prstGeom prst="ellipse">
            <a:avLst/>
          </a:prstGeom>
          <a:solidFill>
            <a:schemeClr val="accent2"/>
          </a:solidFill>
          <a:ln w="12700" cmpd="sng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ctr">
              <a:buNone/>
            </a:pPr>
            <a:r>
              <a:rPr b="1">
                <a:solidFill>
                  <a:srgbClr val="FFFFFF"/>
                </a:solidFill>
              </a:rPr>
              <a:t>02</a:t>
            </a:r>
            <a:endParaRPr b="1">
              <a:solidFill>
                <a:srgbClr val="FFFFFF"/>
              </a:solidFill>
            </a:endParaRPr>
          </a:p>
        </p:txBody>
      </p:sp>
      <p:sp>
        <p:nvSpPr>
          <p:cNvPr id="9" name="任意多边形 2"/>
          <p:cNvSpPr>
            <a:spLocks noGrp="1"/>
          </p:cNvSpPr>
          <p:nvPr/>
        </p:nvSpPr>
        <p:spPr>
          <a:xfrm>
            <a:off x="6463348" y="3481071"/>
            <a:ext cx="5036185" cy="1384300"/>
          </a:xfrm>
          <a:custGeom>
            <a:avLst/>
            <a:gdLst>
              <a:gd name="adj" fmla="val 10987"/>
              <a:gd name="a" fmla="pin 0 adj 50000"/>
              <a:gd name="x1" fmla="*/ ss a 100000"/>
              <a:gd name="x2" fmla="+- r 0 x1"/>
              <a:gd name="y2" fmla="+- b 0 x1"/>
              <a:gd name="il" fmla="*/ x1 29289 100000"/>
              <a:gd name="ir" fmla="+- r 0 il"/>
              <a:gd name="ib" fmla="+- b 0 il"/>
            </a:gdLst>
            <a:ahLst/>
            <a:cxnLst/>
            <a:rect l="l" t="t" r="r" b="b"/>
            <a:pathLst>
              <a:path w="7931" h="2180">
                <a:moveTo>
                  <a:pt x="243" y="0"/>
                </a:moveTo>
                <a:lnTo>
                  <a:pt x="5310" y="0"/>
                </a:lnTo>
                <a:lnTo>
                  <a:pt x="5310" y="2"/>
                </a:lnTo>
                <a:lnTo>
                  <a:pt x="7688" y="2"/>
                </a:lnTo>
                <a:cubicBezTo>
                  <a:pt x="7822" y="2"/>
                  <a:pt x="7931" y="109"/>
                  <a:pt x="7931" y="242"/>
                </a:cubicBezTo>
                <a:lnTo>
                  <a:pt x="7931" y="1940"/>
                </a:lnTo>
                <a:cubicBezTo>
                  <a:pt x="7931" y="2073"/>
                  <a:pt x="7822" y="2180"/>
                  <a:pt x="7688" y="2180"/>
                </a:cubicBezTo>
                <a:lnTo>
                  <a:pt x="2189" y="2180"/>
                </a:lnTo>
                <a:lnTo>
                  <a:pt x="2189" y="2178"/>
                </a:lnTo>
                <a:lnTo>
                  <a:pt x="243" y="2178"/>
                </a:lnTo>
                <a:cubicBezTo>
                  <a:pt x="109" y="2178"/>
                  <a:pt x="0" y="2071"/>
                  <a:pt x="0" y="1938"/>
                </a:cubicBezTo>
                <a:lnTo>
                  <a:pt x="0" y="1688"/>
                </a:lnTo>
                <a:lnTo>
                  <a:pt x="27" y="1692"/>
                </a:lnTo>
                <a:cubicBezTo>
                  <a:pt x="58" y="1697"/>
                  <a:pt x="90" y="1700"/>
                  <a:pt x="123" y="1700"/>
                </a:cubicBezTo>
                <a:cubicBezTo>
                  <a:pt x="468" y="1700"/>
                  <a:pt x="747" y="1424"/>
                  <a:pt x="747" y="1083"/>
                </a:cubicBezTo>
                <a:cubicBezTo>
                  <a:pt x="747" y="743"/>
                  <a:pt x="468" y="467"/>
                  <a:pt x="123" y="467"/>
                </a:cubicBezTo>
                <a:cubicBezTo>
                  <a:pt x="90" y="467"/>
                  <a:pt x="58" y="470"/>
                  <a:pt x="27" y="475"/>
                </a:cubicBezTo>
                <a:lnTo>
                  <a:pt x="0" y="478"/>
                </a:lnTo>
                <a:lnTo>
                  <a:pt x="0" y="240"/>
                </a:lnTo>
                <a:cubicBezTo>
                  <a:pt x="0" y="107"/>
                  <a:pt x="109" y="0"/>
                  <a:pt x="243" y="0"/>
                </a:cubicBezTo>
                <a:close/>
              </a:path>
            </a:pathLst>
          </a:custGeom>
          <a:solidFill>
            <a:srgbClr val="000000">
              <a:lumMod val="40000"/>
              <a:lumOff val="60000"/>
              <a:alpha val="15000"/>
            </a:srgbClr>
          </a:solidFill>
          <a:ln w="6350" cmpd="sng">
            <a:solidFill>
              <a:srgbClr val="FFFFFF">
                <a:lumMod val="100000"/>
                <a:alpha val="40000"/>
              </a:srgbClr>
            </a:solidFill>
            <a:prstDash val="solid"/>
          </a:ln>
        </p:spPr>
        <p:txBody>
          <a:bodyPr wrap="square" lIns="703580" tIns="634" rIns="163195" bIns="0" anchor="ctr">
            <a:normAutofit lnSpcReduction="10000"/>
          </a:bodyPr>
          <a:lstStyle/>
          <a:p>
            <a:pPr>
              <a:lnSpc>
                <a:spcPct val="150000"/>
              </a:lnSpc>
              <a:buNone/>
            </a:pPr>
            <a:r>
              <a:rPr lang="en-US" sz="1600">
                <a:solidFill>
                  <a:srgbClr val="000000"/>
                </a:solidFill>
              </a:rPr>
              <a:t>Combining Pmax and search campaign is the key to improve Click rate and conversion rate</a:t>
            </a:r>
            <a:endParaRPr lang="en-US" sz="1600">
              <a:solidFill>
                <a:srgbClr val="000000"/>
              </a:solidFill>
            </a:endParaRPr>
          </a:p>
        </p:txBody>
      </p:sp>
      <p:sp>
        <p:nvSpPr>
          <p:cNvPr id="10" name="椭圆 3"/>
          <p:cNvSpPr>
            <a:spLocks noGrp="1"/>
          </p:cNvSpPr>
          <p:nvPr/>
        </p:nvSpPr>
        <p:spPr>
          <a:xfrm>
            <a:off x="6216333" y="3848736"/>
            <a:ext cx="648108" cy="648108"/>
          </a:xfrm>
          <a:prstGeom prst="ellipse">
            <a:avLst/>
          </a:prstGeom>
          <a:solidFill>
            <a:schemeClr val="accent4"/>
          </a:solidFill>
          <a:ln w="12700" cmpd="sng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ctr">
              <a:buNone/>
            </a:pPr>
            <a:r>
              <a:rPr b="1">
                <a:solidFill>
                  <a:srgbClr val="FFFFFF"/>
                </a:solidFill>
              </a:rPr>
              <a:t>04</a:t>
            </a:r>
            <a:endParaRPr b="1">
              <a:solidFill>
                <a:srgbClr val="FFFFFF"/>
              </a:solidFill>
            </a:endParaRPr>
          </a:p>
        </p:txBody>
      </p:sp>
      <p:sp>
        <p:nvSpPr>
          <p:cNvPr id="330" name="Title 329"/>
          <p:cNvSpPr>
            <a:spLocks noGrp="1"/>
          </p:cNvSpPr>
          <p:nvPr>
            <p:ph type="title"/>
          </p:nvPr>
        </p:nvSpPr>
        <p:spPr/>
        <p:txBody>
          <a:bodyPr vert="horz" wrap="square" lIns="0" tIns="0" rIns="0" bIns="0" anchor="b">
            <a:normAutofit/>
          </a:bodyPr>
          <a:lstStyle>
            <a:lvl1pPr>
              <a:buNone/>
              <a:defRPr>
                <a:latin typeface="+mj-lt"/>
                <a:ea typeface="+mj-lt"/>
                <a:cs typeface="+mj-lt"/>
              </a:defRPr>
            </a:lvl1pPr>
          </a:lstStyle>
          <a:p>
            <a:pPr lvl="0" algn="l">
              <a:buClrTx/>
              <a:buSzTx/>
              <a:buFontTx/>
              <a:buNone/>
            </a:pPr>
            <a:r>
              <a:t>Account overview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5" name="Title 4"/>
          <p:cNvSpPr>
            <a:spLocks noGrp="1"/>
          </p:cNvSpPr>
          <p:nvPr>
            <p:ph type="title"/>
          </p:nvPr>
        </p:nvSpPr>
        <p:spPr/>
        <p:txBody>
          <a:bodyPr vert="horz" wrap="square" lIns="0" tIns="0" rIns="0" bIns="0" anchor="b">
            <a:normAutofit/>
          </a:bodyPr>
          <a:lstStyle>
            <a:lvl1pPr>
              <a:buNone/>
              <a:defRPr>
                <a:latin typeface="+mj-lt"/>
                <a:ea typeface="+mj-lt"/>
                <a:cs typeface="+mj-lt"/>
              </a:defRPr>
            </a:lvl1pPr>
          </a:lstStyle>
          <a:p>
            <a:pPr lvl="0" algn="l">
              <a:buClrTx/>
              <a:buSzTx/>
              <a:buFontTx/>
              <a:buNone/>
            </a:pPr>
            <a:r>
              <a:t>Keyword Analytics: Pelican Group</a:t>
            </a:r>
          </a:p>
        </p:txBody>
      </p:sp>
      <p:graphicFrame>
        <p:nvGraphicFramePr>
          <p:cNvPr id="8" name="Table 1"/>
          <p:cNvGraphicFramePr/>
          <p:nvPr/>
        </p:nvGraphicFramePr>
        <p:xfrm>
          <a:off x="773430" y="2251710"/>
          <a:ext cx="10645140" cy="2194560"/>
        </p:xfrm>
        <a:graphic>
          <a:graphicData uri="http://schemas.openxmlformats.org/drawingml/2006/table">
            <a:tbl>
              <a:tblPr/>
              <a:tblGrid>
                <a:gridCol w="2057400"/>
                <a:gridCol w="1775460"/>
                <a:gridCol w="640080"/>
                <a:gridCol w="685800"/>
                <a:gridCol w="685800"/>
                <a:gridCol w="685800"/>
                <a:gridCol w="685800"/>
                <a:gridCol w="685800"/>
                <a:gridCol w="685800"/>
                <a:gridCol w="685800"/>
                <a:gridCol w="685800"/>
                <a:gridCol w="685800"/>
              </a:tblGrid>
              <a:tr h="182880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100" b="0" i="0">
                          <a:solidFill>
                            <a:srgbClr val="000000"/>
                          </a:solidFill>
                          <a:latin typeface="Calibri" panose="020F0502020204030204"/>
                          <a:ea typeface="Calibri" panose="020F0502020204030204"/>
                          <a:cs typeface="Calibri" panose="020F0502020204030204"/>
                        </a:rPr>
                        <a:t>Search keyword</a:t>
                      </a:r>
                      <a:endParaRPr sz="1100" b="0" i="0">
                        <a:solidFill>
                          <a:srgbClr val="000000"/>
                        </a:solidFill>
                        <a:latin typeface="Calibri" panose="020F0502020204030204"/>
                        <a:ea typeface="Calibri" panose="020F0502020204030204"/>
                        <a:cs typeface="Calibri" panose="020F0502020204030204"/>
                      </a:endParaRPr>
                    </a:p>
                  </a:txBody>
                  <a:tcPr marL="7937" marR="7937" marT="7937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endParaRPr sz="1100" b="0" i="0">
                        <a:solidFill>
                          <a:srgbClr val="000000"/>
                        </a:solidFill>
                        <a:latin typeface="Calibri" panose="020F0502020204030204"/>
                        <a:ea typeface="Calibri" panose="020F0502020204030204"/>
                        <a:cs typeface="Calibri" panose="020F0502020204030204"/>
                      </a:endParaRPr>
                    </a:p>
                  </a:txBody>
                  <a:tcPr marL="7937" marR="7937" marT="7937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endParaRPr sz="1100" b="0" i="0">
                        <a:solidFill>
                          <a:srgbClr val="000000"/>
                        </a:solidFill>
                        <a:latin typeface="Calibri" panose="020F0502020204030204"/>
                        <a:ea typeface="Calibri" panose="020F0502020204030204"/>
                        <a:cs typeface="Calibri" panose="020F0502020204030204"/>
                      </a:endParaRPr>
                    </a:p>
                  </a:txBody>
                  <a:tcPr marL="7937" marR="7937" marT="7937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endParaRPr sz="1100" b="0" i="0">
                        <a:solidFill>
                          <a:srgbClr val="000000"/>
                        </a:solidFill>
                        <a:latin typeface="Calibri" panose="020F0502020204030204"/>
                        <a:ea typeface="Calibri" panose="020F0502020204030204"/>
                        <a:cs typeface="Calibri" panose="020F0502020204030204"/>
                      </a:endParaRPr>
                    </a:p>
                  </a:txBody>
                  <a:tcPr marL="7937" marR="7937" marT="7937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endParaRPr sz="1100" b="0" i="0">
                        <a:solidFill>
                          <a:srgbClr val="000000"/>
                        </a:solidFill>
                        <a:latin typeface="Calibri" panose="020F0502020204030204"/>
                        <a:ea typeface="Calibri" panose="020F0502020204030204"/>
                        <a:cs typeface="Calibri" panose="020F0502020204030204"/>
                      </a:endParaRPr>
                    </a:p>
                  </a:txBody>
                  <a:tcPr marL="7937" marR="7937" marT="7937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endParaRPr sz="1100" b="0" i="0">
                        <a:solidFill>
                          <a:srgbClr val="000000"/>
                        </a:solidFill>
                        <a:latin typeface="Calibri" panose="020F0502020204030204"/>
                        <a:ea typeface="Calibri" panose="020F0502020204030204"/>
                        <a:cs typeface="Calibri" panose="020F0502020204030204"/>
                      </a:endParaRPr>
                    </a:p>
                  </a:txBody>
                  <a:tcPr marL="7937" marR="7937" marT="7937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endParaRPr sz="1100" b="0" i="0">
                        <a:solidFill>
                          <a:srgbClr val="000000"/>
                        </a:solidFill>
                        <a:latin typeface="Calibri" panose="020F0502020204030204"/>
                        <a:ea typeface="Calibri" panose="020F0502020204030204"/>
                        <a:cs typeface="Calibri" panose="020F0502020204030204"/>
                      </a:endParaRPr>
                    </a:p>
                  </a:txBody>
                  <a:tcPr marL="7937" marR="7937" marT="7937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endParaRPr sz="1100" b="0" i="0">
                        <a:solidFill>
                          <a:srgbClr val="000000"/>
                        </a:solidFill>
                        <a:latin typeface="Calibri" panose="020F0502020204030204"/>
                        <a:ea typeface="Calibri" panose="020F0502020204030204"/>
                        <a:cs typeface="Calibri" panose="020F0502020204030204"/>
                      </a:endParaRPr>
                    </a:p>
                  </a:txBody>
                  <a:tcPr marL="7937" marR="7937" marT="7937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endParaRPr sz="1100" b="0" i="0">
                        <a:solidFill>
                          <a:srgbClr val="000000"/>
                        </a:solidFill>
                        <a:latin typeface="Calibri" panose="020F0502020204030204"/>
                        <a:ea typeface="Calibri" panose="020F0502020204030204"/>
                        <a:cs typeface="Calibri" panose="020F0502020204030204"/>
                      </a:endParaRPr>
                    </a:p>
                  </a:txBody>
                  <a:tcPr marL="7937" marR="7937" marT="7937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endParaRPr sz="1100" b="0" i="0">
                        <a:solidFill>
                          <a:srgbClr val="000000"/>
                        </a:solidFill>
                        <a:latin typeface="Calibri" panose="020F0502020204030204"/>
                        <a:ea typeface="Calibri" panose="020F0502020204030204"/>
                        <a:cs typeface="Calibri" panose="020F0502020204030204"/>
                      </a:endParaRPr>
                    </a:p>
                  </a:txBody>
                  <a:tcPr marL="7937" marR="7937" marT="7937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endParaRPr sz="1100" b="0" i="0">
                        <a:solidFill>
                          <a:srgbClr val="000000"/>
                        </a:solidFill>
                        <a:latin typeface="Calibri" panose="020F0502020204030204"/>
                        <a:ea typeface="Calibri" panose="020F0502020204030204"/>
                        <a:cs typeface="Calibri" panose="020F0502020204030204"/>
                      </a:endParaRPr>
                    </a:p>
                  </a:txBody>
                  <a:tcPr marL="7937" marR="7937" marT="7937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endParaRPr sz="1100" b="0" i="0">
                        <a:solidFill>
                          <a:srgbClr val="000000"/>
                        </a:solidFill>
                        <a:latin typeface="Calibri" panose="020F0502020204030204"/>
                        <a:ea typeface="Calibri" panose="020F0502020204030204"/>
                        <a:cs typeface="Calibri" panose="020F0502020204030204"/>
                      </a:endParaRPr>
                    </a:p>
                  </a:txBody>
                  <a:tcPr marL="7937" marR="7937" marT="7937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</a:tr>
              <a:tr h="182880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100" b="0" i="0">
                          <a:solidFill>
                            <a:srgbClr val="000000"/>
                          </a:solidFill>
                          <a:latin typeface="Calibri" panose="020F0502020204030204"/>
                          <a:ea typeface="Calibri" panose="020F0502020204030204"/>
                          <a:cs typeface="Calibri" panose="020F0502020204030204"/>
                        </a:rPr>
                        <a:t>September 1, 2026 - September 30, 2026</a:t>
                      </a:r>
                      <a:endParaRPr sz="1100" b="0" i="0">
                        <a:solidFill>
                          <a:srgbClr val="000000"/>
                        </a:solidFill>
                        <a:latin typeface="Calibri" panose="020F0502020204030204"/>
                        <a:ea typeface="Calibri" panose="020F0502020204030204"/>
                        <a:cs typeface="Calibri" panose="020F0502020204030204"/>
                      </a:endParaRPr>
                    </a:p>
                  </a:txBody>
                  <a:tcPr marL="7937" marR="7937" marT="7937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endParaRPr sz="1100" b="0" i="0">
                        <a:solidFill>
                          <a:srgbClr val="000000"/>
                        </a:solidFill>
                        <a:latin typeface="Calibri" panose="020F0502020204030204"/>
                        <a:ea typeface="Calibri" panose="020F0502020204030204"/>
                        <a:cs typeface="Calibri" panose="020F0502020204030204"/>
                      </a:endParaRPr>
                    </a:p>
                  </a:txBody>
                  <a:tcPr marL="7937" marR="7937" marT="7937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endParaRPr sz="1100" b="0" i="0">
                        <a:solidFill>
                          <a:srgbClr val="000000"/>
                        </a:solidFill>
                        <a:latin typeface="Calibri" panose="020F0502020204030204"/>
                        <a:ea typeface="Calibri" panose="020F0502020204030204"/>
                        <a:cs typeface="Calibri" panose="020F0502020204030204"/>
                      </a:endParaRPr>
                    </a:p>
                  </a:txBody>
                  <a:tcPr marL="7937" marR="7937" marT="7937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endParaRPr sz="1100" b="0" i="0">
                        <a:solidFill>
                          <a:srgbClr val="000000"/>
                        </a:solidFill>
                        <a:latin typeface="Calibri" panose="020F0502020204030204"/>
                        <a:ea typeface="Calibri" panose="020F0502020204030204"/>
                        <a:cs typeface="Calibri" panose="020F0502020204030204"/>
                      </a:endParaRPr>
                    </a:p>
                  </a:txBody>
                  <a:tcPr marL="7937" marR="7937" marT="7937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endParaRPr sz="1100" b="0" i="0">
                        <a:solidFill>
                          <a:srgbClr val="000000"/>
                        </a:solidFill>
                        <a:latin typeface="Calibri" panose="020F0502020204030204"/>
                        <a:ea typeface="Calibri" panose="020F0502020204030204"/>
                        <a:cs typeface="Calibri" panose="020F0502020204030204"/>
                      </a:endParaRPr>
                    </a:p>
                  </a:txBody>
                  <a:tcPr marL="7937" marR="7937" marT="7937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endParaRPr sz="1100" b="0" i="0">
                        <a:solidFill>
                          <a:srgbClr val="000000"/>
                        </a:solidFill>
                        <a:latin typeface="Calibri" panose="020F0502020204030204"/>
                        <a:ea typeface="Calibri" panose="020F0502020204030204"/>
                        <a:cs typeface="Calibri" panose="020F0502020204030204"/>
                      </a:endParaRPr>
                    </a:p>
                  </a:txBody>
                  <a:tcPr marL="7937" marR="7937" marT="7937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endParaRPr sz="1100" b="0" i="0">
                        <a:solidFill>
                          <a:srgbClr val="000000"/>
                        </a:solidFill>
                        <a:latin typeface="Calibri" panose="020F0502020204030204"/>
                        <a:ea typeface="Calibri" panose="020F0502020204030204"/>
                        <a:cs typeface="Calibri" panose="020F0502020204030204"/>
                      </a:endParaRPr>
                    </a:p>
                  </a:txBody>
                  <a:tcPr marL="7937" marR="7937" marT="7937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endParaRPr sz="1100" b="0" i="0">
                        <a:solidFill>
                          <a:srgbClr val="000000"/>
                        </a:solidFill>
                        <a:latin typeface="Calibri" panose="020F0502020204030204"/>
                        <a:ea typeface="Calibri" panose="020F0502020204030204"/>
                        <a:cs typeface="Calibri" panose="020F0502020204030204"/>
                      </a:endParaRPr>
                    </a:p>
                  </a:txBody>
                  <a:tcPr marL="7937" marR="7937" marT="7937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endParaRPr sz="1100" b="0" i="0">
                        <a:solidFill>
                          <a:srgbClr val="000000"/>
                        </a:solidFill>
                        <a:latin typeface="Calibri" panose="020F0502020204030204"/>
                        <a:ea typeface="Calibri" panose="020F0502020204030204"/>
                        <a:cs typeface="Calibri" panose="020F0502020204030204"/>
                      </a:endParaRPr>
                    </a:p>
                  </a:txBody>
                  <a:tcPr marL="7937" marR="7937" marT="7937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endParaRPr sz="1100" b="0" i="0">
                        <a:solidFill>
                          <a:srgbClr val="000000"/>
                        </a:solidFill>
                        <a:latin typeface="Calibri" panose="020F0502020204030204"/>
                        <a:ea typeface="Calibri" panose="020F0502020204030204"/>
                        <a:cs typeface="Calibri" panose="020F0502020204030204"/>
                      </a:endParaRPr>
                    </a:p>
                  </a:txBody>
                  <a:tcPr marL="7937" marR="7937" marT="7937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endParaRPr sz="1100" b="0" i="0">
                        <a:solidFill>
                          <a:srgbClr val="000000"/>
                        </a:solidFill>
                        <a:latin typeface="Calibri" panose="020F0502020204030204"/>
                        <a:ea typeface="Calibri" panose="020F0502020204030204"/>
                        <a:cs typeface="Calibri" panose="020F0502020204030204"/>
                      </a:endParaRPr>
                    </a:p>
                  </a:txBody>
                  <a:tcPr marL="7937" marR="7937" marT="7937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endParaRPr sz="1100" b="0" i="0">
                        <a:solidFill>
                          <a:srgbClr val="000000"/>
                        </a:solidFill>
                        <a:latin typeface="Calibri" panose="020F0502020204030204"/>
                        <a:ea typeface="Calibri" panose="020F0502020204030204"/>
                        <a:cs typeface="Calibri" panose="020F0502020204030204"/>
                      </a:endParaRPr>
                    </a:p>
                  </a:txBody>
                  <a:tcPr marL="7937" marR="7937" marT="7937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</a:tr>
              <a:tr h="182880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100" b="0" i="0">
                          <a:solidFill>
                            <a:srgbClr val="000000"/>
                          </a:solidFill>
                          <a:latin typeface="Calibri" panose="020F0502020204030204"/>
                          <a:ea typeface="Calibri" panose="020F0502020204030204"/>
                          <a:cs typeface="Calibri" panose="020F0502020204030204"/>
                        </a:rPr>
                        <a:t>Search keyword</a:t>
                      </a:r>
                      <a:endParaRPr sz="1100" b="0" i="0">
                        <a:solidFill>
                          <a:srgbClr val="000000"/>
                        </a:solidFill>
                        <a:latin typeface="Calibri" panose="020F0502020204030204"/>
                        <a:ea typeface="Calibri" panose="020F0502020204030204"/>
                        <a:cs typeface="Calibri" panose="020F0502020204030204"/>
                      </a:endParaRPr>
                    </a:p>
                  </a:txBody>
                  <a:tcPr marL="7937" marR="7937" marT="7937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100" b="0" i="0">
                          <a:solidFill>
                            <a:srgbClr val="000000"/>
                          </a:solidFill>
                          <a:latin typeface="Calibri" panose="020F0502020204030204"/>
                          <a:ea typeface="Calibri" panose="020F0502020204030204"/>
                          <a:cs typeface="Calibri" panose="020F0502020204030204"/>
                        </a:rPr>
                        <a:t>Search keyword match type</a:t>
                      </a:r>
                      <a:endParaRPr sz="1100" b="0" i="0">
                        <a:solidFill>
                          <a:srgbClr val="000000"/>
                        </a:solidFill>
                        <a:latin typeface="Calibri" panose="020F0502020204030204"/>
                        <a:ea typeface="Calibri" panose="020F0502020204030204"/>
                        <a:cs typeface="Calibri" panose="020F0502020204030204"/>
                      </a:endParaRPr>
                    </a:p>
                  </a:txBody>
                  <a:tcPr marL="7937" marR="7937" marT="7937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100" b="0" i="0">
                          <a:solidFill>
                            <a:srgbClr val="000000"/>
                          </a:solidFill>
                          <a:latin typeface="Calibri" panose="020F0502020204030204"/>
                          <a:ea typeface="Calibri" panose="020F0502020204030204"/>
                          <a:cs typeface="Calibri" panose="020F0502020204030204"/>
                        </a:rPr>
                        <a:t>Ad group</a:t>
                      </a:r>
                      <a:endParaRPr sz="1100" b="0" i="0">
                        <a:solidFill>
                          <a:srgbClr val="000000"/>
                        </a:solidFill>
                        <a:latin typeface="Calibri" panose="020F0502020204030204"/>
                        <a:ea typeface="Calibri" panose="020F0502020204030204"/>
                        <a:cs typeface="Calibri" panose="020F0502020204030204"/>
                      </a:endParaRPr>
                    </a:p>
                  </a:txBody>
                  <a:tcPr marL="7937" marR="7937" marT="7937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100" b="0" i="0">
                          <a:solidFill>
                            <a:srgbClr val="000000"/>
                          </a:solidFill>
                          <a:latin typeface="Calibri" panose="020F0502020204030204"/>
                          <a:ea typeface="Calibri" panose="020F0502020204030204"/>
                          <a:cs typeface="Calibri" panose="020F0502020204030204"/>
                        </a:rPr>
                        <a:t>Clicks</a:t>
                      </a:r>
                      <a:endParaRPr sz="1100" b="0" i="0">
                        <a:solidFill>
                          <a:srgbClr val="000000"/>
                        </a:solidFill>
                        <a:latin typeface="Calibri" panose="020F0502020204030204"/>
                        <a:ea typeface="Calibri" panose="020F0502020204030204"/>
                        <a:cs typeface="Calibri" panose="020F0502020204030204"/>
                      </a:endParaRPr>
                    </a:p>
                  </a:txBody>
                  <a:tcPr marL="7937" marR="7937" marT="7937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100" b="0" i="0">
                          <a:solidFill>
                            <a:srgbClr val="000000"/>
                          </a:solidFill>
                          <a:latin typeface="Calibri" panose="020F0502020204030204"/>
                          <a:ea typeface="Calibri" panose="020F0502020204030204"/>
                          <a:cs typeface="Calibri" panose="020F0502020204030204"/>
                        </a:rPr>
                        <a:t>Impr.</a:t>
                      </a:r>
                      <a:endParaRPr sz="1100" b="0" i="0">
                        <a:solidFill>
                          <a:srgbClr val="000000"/>
                        </a:solidFill>
                        <a:latin typeface="Calibri" panose="020F0502020204030204"/>
                        <a:ea typeface="Calibri" panose="020F0502020204030204"/>
                        <a:cs typeface="Calibri" panose="020F0502020204030204"/>
                      </a:endParaRPr>
                    </a:p>
                  </a:txBody>
                  <a:tcPr marL="7937" marR="7937" marT="7937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100" b="0" i="0">
                          <a:solidFill>
                            <a:srgbClr val="000000"/>
                          </a:solidFill>
                          <a:latin typeface="Calibri" panose="020F0502020204030204"/>
                          <a:ea typeface="Calibri" panose="020F0502020204030204"/>
                          <a:cs typeface="Calibri" panose="020F0502020204030204"/>
                        </a:rPr>
                        <a:t>CTR</a:t>
                      </a:r>
                      <a:endParaRPr sz="1100" b="0" i="0">
                        <a:solidFill>
                          <a:srgbClr val="000000"/>
                        </a:solidFill>
                        <a:latin typeface="Calibri" panose="020F0502020204030204"/>
                        <a:ea typeface="Calibri" panose="020F0502020204030204"/>
                        <a:cs typeface="Calibri" panose="020F0502020204030204"/>
                      </a:endParaRPr>
                    </a:p>
                  </a:txBody>
                  <a:tcPr marL="7937" marR="7937" marT="7937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100" b="0" i="0">
                          <a:solidFill>
                            <a:srgbClr val="000000"/>
                          </a:solidFill>
                          <a:latin typeface="Calibri" panose="020F0502020204030204"/>
                          <a:ea typeface="Calibri" panose="020F0502020204030204"/>
                          <a:cs typeface="Calibri" panose="020F0502020204030204"/>
                        </a:rPr>
                        <a:t>Avg. CPC</a:t>
                      </a:r>
                      <a:endParaRPr sz="1100" b="0" i="0">
                        <a:solidFill>
                          <a:srgbClr val="000000"/>
                        </a:solidFill>
                        <a:latin typeface="Calibri" panose="020F0502020204030204"/>
                        <a:ea typeface="Calibri" panose="020F0502020204030204"/>
                        <a:cs typeface="Calibri" panose="020F0502020204030204"/>
                      </a:endParaRPr>
                    </a:p>
                  </a:txBody>
                  <a:tcPr marL="7937" marR="7937" marT="7937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100" b="0" i="0">
                          <a:solidFill>
                            <a:srgbClr val="000000"/>
                          </a:solidFill>
                          <a:latin typeface="Calibri" panose="020F0502020204030204"/>
                          <a:ea typeface="Calibri" panose="020F0502020204030204"/>
                          <a:cs typeface="Calibri" panose="020F0502020204030204"/>
                        </a:rPr>
                        <a:t>Cost</a:t>
                      </a:r>
                      <a:endParaRPr sz="1100" b="0" i="0">
                        <a:solidFill>
                          <a:srgbClr val="000000"/>
                        </a:solidFill>
                        <a:latin typeface="Calibri" panose="020F0502020204030204"/>
                        <a:ea typeface="Calibri" panose="020F0502020204030204"/>
                        <a:cs typeface="Calibri" panose="020F0502020204030204"/>
                      </a:endParaRPr>
                    </a:p>
                  </a:txBody>
                  <a:tcPr marL="7937" marR="7937" marT="7937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100" b="0" i="0">
                          <a:solidFill>
                            <a:srgbClr val="000000"/>
                          </a:solidFill>
                          <a:latin typeface="Calibri" panose="020F0502020204030204"/>
                          <a:ea typeface="Calibri" panose="020F0502020204030204"/>
                          <a:cs typeface="Calibri" panose="020F0502020204030204"/>
                        </a:rPr>
                        <a:t>Conversions</a:t>
                      </a:r>
                      <a:endParaRPr sz="1100" b="0" i="0">
                        <a:solidFill>
                          <a:srgbClr val="000000"/>
                        </a:solidFill>
                        <a:latin typeface="Calibri" panose="020F0502020204030204"/>
                        <a:ea typeface="Calibri" panose="020F0502020204030204"/>
                        <a:cs typeface="Calibri" panose="020F0502020204030204"/>
                      </a:endParaRPr>
                    </a:p>
                  </a:txBody>
                  <a:tcPr marL="7937" marR="7937" marT="7937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100" b="0" i="0">
                          <a:solidFill>
                            <a:srgbClr val="000000"/>
                          </a:solidFill>
                          <a:latin typeface="Calibri" panose="020F0502020204030204"/>
                          <a:ea typeface="Calibri" panose="020F0502020204030204"/>
                          <a:cs typeface="Calibri" panose="020F0502020204030204"/>
                        </a:rPr>
                        <a:t>Cost / conv.</a:t>
                      </a:r>
                      <a:endParaRPr sz="1100" b="0" i="0">
                        <a:solidFill>
                          <a:srgbClr val="000000"/>
                        </a:solidFill>
                        <a:latin typeface="Calibri" panose="020F0502020204030204"/>
                        <a:ea typeface="Calibri" panose="020F0502020204030204"/>
                        <a:cs typeface="Calibri" panose="020F0502020204030204"/>
                      </a:endParaRPr>
                    </a:p>
                  </a:txBody>
                  <a:tcPr marL="7937" marR="7937" marT="7937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100" b="0" i="0">
                          <a:solidFill>
                            <a:srgbClr val="000000"/>
                          </a:solidFill>
                          <a:latin typeface="Calibri" panose="020F0502020204030204"/>
                          <a:ea typeface="Calibri" panose="020F0502020204030204"/>
                          <a:cs typeface="Calibri" panose="020F0502020204030204"/>
                        </a:rPr>
                        <a:t>Conv. rate</a:t>
                      </a:r>
                      <a:endParaRPr sz="1100" b="0" i="0">
                        <a:solidFill>
                          <a:srgbClr val="000000"/>
                        </a:solidFill>
                        <a:latin typeface="Calibri" panose="020F0502020204030204"/>
                        <a:ea typeface="Calibri" panose="020F0502020204030204"/>
                        <a:cs typeface="Calibri" panose="020F0502020204030204"/>
                      </a:endParaRPr>
                    </a:p>
                  </a:txBody>
                  <a:tcPr marL="7937" marR="7937" marT="7937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100" b="0" i="0">
                          <a:solidFill>
                            <a:srgbClr val="000000"/>
                          </a:solidFill>
                          <a:latin typeface="Calibri" panose="020F0502020204030204"/>
                          <a:ea typeface="Calibri" panose="020F0502020204030204"/>
                          <a:cs typeface="Calibri" panose="020F0502020204030204"/>
                        </a:rPr>
                        <a:t>Avg. CPM</a:t>
                      </a:r>
                      <a:endParaRPr sz="1100" b="0" i="0">
                        <a:solidFill>
                          <a:srgbClr val="000000"/>
                        </a:solidFill>
                        <a:latin typeface="Calibri" panose="020F0502020204030204"/>
                        <a:ea typeface="Calibri" panose="020F0502020204030204"/>
                        <a:cs typeface="Calibri" panose="020F0502020204030204"/>
                      </a:endParaRPr>
                    </a:p>
                  </a:txBody>
                  <a:tcPr marL="7937" marR="7937" marT="7937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</a:tr>
              <a:tr h="182880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100" b="0" i="0">
                          <a:solidFill>
                            <a:srgbClr val="000000"/>
                          </a:solidFill>
                          <a:latin typeface="Calibri" panose="020F0502020204030204"/>
                          <a:ea typeface="Calibri" panose="020F0502020204030204"/>
                          <a:cs typeface="Calibri" panose="020F0502020204030204"/>
                        </a:rPr>
                        <a:t>custom foam cases</a:t>
                      </a:r>
                      <a:endParaRPr sz="1100" b="0" i="0">
                        <a:solidFill>
                          <a:srgbClr val="000000"/>
                        </a:solidFill>
                        <a:latin typeface="Calibri" panose="020F0502020204030204"/>
                        <a:ea typeface="Calibri" panose="020F0502020204030204"/>
                        <a:cs typeface="Calibri" panose="020F0502020204030204"/>
                      </a:endParaRPr>
                    </a:p>
                  </a:txBody>
                  <a:tcPr marL="7937" marR="7937" marT="7937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100" b="0" i="0">
                          <a:solidFill>
                            <a:srgbClr val="000000"/>
                          </a:solidFill>
                          <a:latin typeface="Calibri" panose="020F0502020204030204"/>
                          <a:ea typeface="Calibri" panose="020F0502020204030204"/>
                          <a:cs typeface="Calibri" panose="020F0502020204030204"/>
                        </a:rPr>
                        <a:t>Broad match</a:t>
                      </a:r>
                      <a:endParaRPr sz="1100" b="0" i="0">
                        <a:solidFill>
                          <a:srgbClr val="000000"/>
                        </a:solidFill>
                        <a:latin typeface="Calibri" panose="020F0502020204030204"/>
                        <a:ea typeface="Calibri" panose="020F0502020204030204"/>
                        <a:cs typeface="Calibri" panose="020F0502020204030204"/>
                      </a:endParaRPr>
                    </a:p>
                  </a:txBody>
                  <a:tcPr marL="7937" marR="7937" marT="7937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100" b="0" i="0">
                          <a:solidFill>
                            <a:srgbClr val="000000"/>
                          </a:solidFill>
                          <a:latin typeface="Calibri" panose="020F0502020204030204"/>
                          <a:ea typeface="Calibri" panose="020F0502020204030204"/>
                          <a:cs typeface="Calibri" panose="020F0502020204030204"/>
                        </a:rPr>
                        <a:t>ontario</a:t>
                      </a:r>
                      <a:endParaRPr sz="1100" b="0" i="0">
                        <a:solidFill>
                          <a:srgbClr val="000000"/>
                        </a:solidFill>
                        <a:latin typeface="Calibri" panose="020F0502020204030204"/>
                        <a:ea typeface="Calibri" panose="020F0502020204030204"/>
                        <a:cs typeface="Calibri" panose="020F0502020204030204"/>
                      </a:endParaRPr>
                    </a:p>
                  </a:txBody>
                  <a:tcPr marL="7937" marR="7937" marT="7937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sz="1100" b="0" i="0">
                          <a:solidFill>
                            <a:srgbClr val="000000"/>
                          </a:solidFill>
                          <a:latin typeface="Calibri" panose="020F0502020204030204"/>
                          <a:ea typeface="Calibri" panose="020F0502020204030204"/>
                          <a:cs typeface="Calibri" panose="020F0502020204030204"/>
                        </a:rPr>
                        <a:t>86</a:t>
                      </a:r>
                      <a:endParaRPr sz="1100" b="0" i="0">
                        <a:solidFill>
                          <a:srgbClr val="000000"/>
                        </a:solidFill>
                        <a:latin typeface="Calibri" panose="020F0502020204030204"/>
                        <a:ea typeface="Calibri" panose="020F0502020204030204"/>
                        <a:cs typeface="Calibri" panose="020F0502020204030204"/>
                      </a:endParaRPr>
                    </a:p>
                  </a:txBody>
                  <a:tcPr marL="7937" marR="7937" marT="7937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sz="1100" b="0" i="0">
                          <a:solidFill>
                            <a:srgbClr val="000000"/>
                          </a:solidFill>
                          <a:latin typeface="Calibri" panose="020F0502020204030204"/>
                          <a:ea typeface="Calibri" panose="020F0502020204030204"/>
                          <a:cs typeface="Calibri" panose="020F0502020204030204"/>
                        </a:rPr>
                        <a:t>1,489</a:t>
                      </a:r>
                      <a:endParaRPr sz="1100" b="0" i="0">
                        <a:solidFill>
                          <a:srgbClr val="000000"/>
                        </a:solidFill>
                        <a:latin typeface="Calibri" panose="020F0502020204030204"/>
                        <a:ea typeface="Calibri" panose="020F0502020204030204"/>
                        <a:cs typeface="Calibri" panose="020F0502020204030204"/>
                      </a:endParaRPr>
                    </a:p>
                  </a:txBody>
                  <a:tcPr marL="7937" marR="7937" marT="7937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sz="1100" b="0" i="0">
                          <a:solidFill>
                            <a:srgbClr val="000000"/>
                          </a:solidFill>
                          <a:latin typeface="Calibri" panose="020F0502020204030204"/>
                          <a:ea typeface="Calibri" panose="020F0502020204030204"/>
                          <a:cs typeface="Calibri" panose="020F0502020204030204"/>
                        </a:rPr>
                        <a:t>5.78%</a:t>
                      </a:r>
                      <a:endParaRPr sz="1100" b="0" i="0">
                        <a:solidFill>
                          <a:srgbClr val="000000"/>
                        </a:solidFill>
                        <a:latin typeface="Calibri" panose="020F0502020204030204"/>
                        <a:ea typeface="Calibri" panose="020F0502020204030204"/>
                        <a:cs typeface="Calibri" panose="020F0502020204030204"/>
                      </a:endParaRPr>
                    </a:p>
                  </a:txBody>
                  <a:tcPr marL="7937" marR="7937" marT="7937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sz="1100" b="0" i="0">
                          <a:solidFill>
                            <a:srgbClr val="000000"/>
                          </a:solidFill>
                          <a:latin typeface="Calibri" panose="020F0502020204030204"/>
                          <a:ea typeface="Calibri" panose="020F0502020204030204"/>
                          <a:cs typeface="Calibri" panose="020F0502020204030204"/>
                        </a:rPr>
                        <a:t>4.10</a:t>
                      </a:r>
                      <a:endParaRPr sz="1100" b="0" i="0">
                        <a:solidFill>
                          <a:srgbClr val="000000"/>
                        </a:solidFill>
                        <a:latin typeface="Calibri" panose="020F0502020204030204"/>
                        <a:ea typeface="Calibri" panose="020F0502020204030204"/>
                        <a:cs typeface="Calibri" panose="020F0502020204030204"/>
                      </a:endParaRPr>
                    </a:p>
                  </a:txBody>
                  <a:tcPr marL="7937" marR="7937" marT="7937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sz="1100" b="0" i="0">
                          <a:solidFill>
                            <a:srgbClr val="000000"/>
                          </a:solidFill>
                          <a:latin typeface="Calibri" panose="020F0502020204030204"/>
                          <a:ea typeface="Calibri" panose="020F0502020204030204"/>
                          <a:cs typeface="Calibri" panose="020F0502020204030204"/>
                        </a:rPr>
                        <a:t>352.56</a:t>
                      </a:r>
                      <a:endParaRPr sz="1100" b="0" i="0">
                        <a:solidFill>
                          <a:srgbClr val="000000"/>
                        </a:solidFill>
                        <a:latin typeface="Calibri" panose="020F0502020204030204"/>
                        <a:ea typeface="Calibri" panose="020F0502020204030204"/>
                        <a:cs typeface="Calibri" panose="020F0502020204030204"/>
                      </a:endParaRPr>
                    </a:p>
                  </a:txBody>
                  <a:tcPr marL="7937" marR="7937" marT="7937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sz="1100" b="0" i="0">
                          <a:solidFill>
                            <a:srgbClr val="000000"/>
                          </a:solidFill>
                          <a:latin typeface="Calibri" panose="020F0502020204030204"/>
                          <a:ea typeface="Calibri" panose="020F0502020204030204"/>
                          <a:cs typeface="Calibri" panose="020F0502020204030204"/>
                        </a:rPr>
                        <a:t>5.00</a:t>
                      </a:r>
                      <a:endParaRPr sz="1100" b="0" i="0">
                        <a:solidFill>
                          <a:srgbClr val="000000"/>
                        </a:solidFill>
                        <a:latin typeface="Calibri" panose="020F0502020204030204"/>
                        <a:ea typeface="Calibri" panose="020F0502020204030204"/>
                        <a:cs typeface="Calibri" panose="020F0502020204030204"/>
                      </a:endParaRPr>
                    </a:p>
                  </a:txBody>
                  <a:tcPr marL="7937" marR="7937" marT="7937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sz="1100" b="0" i="0">
                          <a:solidFill>
                            <a:srgbClr val="000000"/>
                          </a:solidFill>
                          <a:latin typeface="Calibri" panose="020F0502020204030204"/>
                          <a:ea typeface="Calibri" panose="020F0502020204030204"/>
                          <a:cs typeface="Calibri" panose="020F0502020204030204"/>
                        </a:rPr>
                        <a:t>70.51</a:t>
                      </a:r>
                      <a:endParaRPr sz="1100" b="0" i="0">
                        <a:solidFill>
                          <a:srgbClr val="000000"/>
                        </a:solidFill>
                        <a:latin typeface="Calibri" panose="020F0502020204030204"/>
                        <a:ea typeface="Calibri" panose="020F0502020204030204"/>
                        <a:cs typeface="Calibri" panose="020F0502020204030204"/>
                      </a:endParaRPr>
                    </a:p>
                  </a:txBody>
                  <a:tcPr marL="7937" marR="7937" marT="7937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sz="1100" b="0" i="0">
                          <a:solidFill>
                            <a:srgbClr val="000000"/>
                          </a:solidFill>
                          <a:latin typeface="Calibri" panose="020F0502020204030204"/>
                          <a:ea typeface="Calibri" panose="020F0502020204030204"/>
                          <a:cs typeface="Calibri" panose="020F0502020204030204"/>
                        </a:rPr>
                        <a:t>5.81%</a:t>
                      </a:r>
                      <a:endParaRPr sz="1100" b="0" i="0">
                        <a:solidFill>
                          <a:srgbClr val="000000"/>
                        </a:solidFill>
                        <a:latin typeface="Calibri" panose="020F0502020204030204"/>
                        <a:ea typeface="Calibri" panose="020F0502020204030204"/>
                        <a:cs typeface="Calibri" panose="020F0502020204030204"/>
                      </a:endParaRPr>
                    </a:p>
                  </a:txBody>
                  <a:tcPr marL="7937" marR="7937" marT="7937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sz="1100" b="0" i="0">
                          <a:solidFill>
                            <a:srgbClr val="000000"/>
                          </a:solidFill>
                          <a:latin typeface="Calibri" panose="020F0502020204030204"/>
                          <a:ea typeface="Calibri" panose="020F0502020204030204"/>
                          <a:cs typeface="Calibri" panose="020F0502020204030204"/>
                        </a:rPr>
                        <a:t>236.78</a:t>
                      </a:r>
                      <a:endParaRPr sz="1100" b="0" i="0">
                        <a:solidFill>
                          <a:srgbClr val="000000"/>
                        </a:solidFill>
                        <a:latin typeface="Calibri" panose="020F0502020204030204"/>
                        <a:ea typeface="Calibri" panose="020F0502020204030204"/>
                        <a:cs typeface="Calibri" panose="020F0502020204030204"/>
                      </a:endParaRPr>
                    </a:p>
                  </a:txBody>
                  <a:tcPr marL="7937" marR="7937" marT="7937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</a:tr>
              <a:tr h="182880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100" b="0" i="0">
                          <a:solidFill>
                            <a:srgbClr val="000000"/>
                          </a:solidFill>
                          <a:latin typeface="Calibri" panose="020F0502020204030204"/>
                          <a:ea typeface="Calibri" panose="020F0502020204030204"/>
                          <a:cs typeface="Calibri" panose="020F0502020204030204"/>
                        </a:rPr>
                        <a:t>pelican cases</a:t>
                      </a:r>
                      <a:endParaRPr sz="1100" b="0" i="0">
                        <a:solidFill>
                          <a:srgbClr val="000000"/>
                        </a:solidFill>
                        <a:latin typeface="Calibri" panose="020F0502020204030204"/>
                        <a:ea typeface="Calibri" panose="020F0502020204030204"/>
                        <a:cs typeface="Calibri" panose="020F0502020204030204"/>
                      </a:endParaRPr>
                    </a:p>
                  </a:txBody>
                  <a:tcPr marL="7937" marR="7937" marT="7937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100" b="0" i="0">
                          <a:solidFill>
                            <a:srgbClr val="000000"/>
                          </a:solidFill>
                          <a:latin typeface="Calibri" panose="020F0502020204030204"/>
                          <a:ea typeface="Calibri" panose="020F0502020204030204"/>
                          <a:cs typeface="Calibri" panose="020F0502020204030204"/>
                        </a:rPr>
                        <a:t>Broad match</a:t>
                      </a:r>
                      <a:endParaRPr sz="1100" b="0" i="0">
                        <a:solidFill>
                          <a:srgbClr val="000000"/>
                        </a:solidFill>
                        <a:latin typeface="Calibri" panose="020F0502020204030204"/>
                        <a:ea typeface="Calibri" panose="020F0502020204030204"/>
                        <a:cs typeface="Calibri" panose="020F0502020204030204"/>
                      </a:endParaRPr>
                    </a:p>
                  </a:txBody>
                  <a:tcPr marL="7937" marR="7937" marT="7937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100" b="0" i="0">
                          <a:solidFill>
                            <a:srgbClr val="000000"/>
                          </a:solidFill>
                          <a:latin typeface="Calibri" panose="020F0502020204030204"/>
                          <a:ea typeface="Calibri" panose="020F0502020204030204"/>
                          <a:cs typeface="Calibri" panose="020F0502020204030204"/>
                        </a:rPr>
                        <a:t>ontario</a:t>
                      </a:r>
                      <a:endParaRPr sz="1100" b="0" i="0">
                        <a:solidFill>
                          <a:srgbClr val="000000"/>
                        </a:solidFill>
                        <a:latin typeface="Calibri" panose="020F0502020204030204"/>
                        <a:ea typeface="Calibri" panose="020F0502020204030204"/>
                        <a:cs typeface="Calibri" panose="020F0502020204030204"/>
                      </a:endParaRPr>
                    </a:p>
                  </a:txBody>
                  <a:tcPr marL="7937" marR="7937" marT="7937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sz="1100" b="0" i="0">
                          <a:solidFill>
                            <a:srgbClr val="000000"/>
                          </a:solidFill>
                          <a:latin typeface="Calibri" panose="020F0502020204030204"/>
                          <a:ea typeface="Calibri" panose="020F0502020204030204"/>
                          <a:cs typeface="Calibri" panose="020F0502020204030204"/>
                        </a:rPr>
                        <a:t>85</a:t>
                      </a:r>
                      <a:endParaRPr sz="1100" b="0" i="0">
                        <a:solidFill>
                          <a:srgbClr val="000000"/>
                        </a:solidFill>
                        <a:latin typeface="Calibri" panose="020F0502020204030204"/>
                        <a:ea typeface="Calibri" panose="020F0502020204030204"/>
                        <a:cs typeface="Calibri" panose="020F0502020204030204"/>
                      </a:endParaRPr>
                    </a:p>
                  </a:txBody>
                  <a:tcPr marL="7937" marR="7937" marT="7937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sz="1100" b="0" i="0">
                          <a:solidFill>
                            <a:srgbClr val="000000"/>
                          </a:solidFill>
                          <a:latin typeface="Calibri" panose="020F0502020204030204"/>
                          <a:ea typeface="Calibri" panose="020F0502020204030204"/>
                          <a:cs typeface="Calibri" panose="020F0502020204030204"/>
                        </a:rPr>
                        <a:t>2,002</a:t>
                      </a:r>
                      <a:endParaRPr sz="1100" b="0" i="0">
                        <a:solidFill>
                          <a:srgbClr val="000000"/>
                        </a:solidFill>
                        <a:latin typeface="Calibri" panose="020F0502020204030204"/>
                        <a:ea typeface="Calibri" panose="020F0502020204030204"/>
                        <a:cs typeface="Calibri" panose="020F0502020204030204"/>
                      </a:endParaRPr>
                    </a:p>
                  </a:txBody>
                  <a:tcPr marL="7937" marR="7937" marT="7937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sz="1100" b="0" i="0">
                          <a:solidFill>
                            <a:srgbClr val="000000"/>
                          </a:solidFill>
                          <a:latin typeface="Calibri" panose="020F0502020204030204"/>
                          <a:ea typeface="Calibri" panose="020F0502020204030204"/>
                          <a:cs typeface="Calibri" panose="020F0502020204030204"/>
                        </a:rPr>
                        <a:t>4.25%</a:t>
                      </a:r>
                      <a:endParaRPr sz="1100" b="0" i="0">
                        <a:solidFill>
                          <a:srgbClr val="000000"/>
                        </a:solidFill>
                        <a:latin typeface="Calibri" panose="020F0502020204030204"/>
                        <a:ea typeface="Calibri" panose="020F0502020204030204"/>
                        <a:cs typeface="Calibri" panose="020F0502020204030204"/>
                      </a:endParaRPr>
                    </a:p>
                  </a:txBody>
                  <a:tcPr marL="7937" marR="7937" marT="7937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sz="1100" b="0" i="0">
                          <a:solidFill>
                            <a:srgbClr val="000000"/>
                          </a:solidFill>
                          <a:latin typeface="Calibri" panose="020F0502020204030204"/>
                          <a:ea typeface="Calibri" panose="020F0502020204030204"/>
                          <a:cs typeface="Calibri" panose="020F0502020204030204"/>
                        </a:rPr>
                        <a:t>4.19</a:t>
                      </a:r>
                      <a:endParaRPr sz="1100" b="0" i="0">
                        <a:solidFill>
                          <a:srgbClr val="000000"/>
                        </a:solidFill>
                        <a:latin typeface="Calibri" panose="020F0502020204030204"/>
                        <a:ea typeface="Calibri" panose="020F0502020204030204"/>
                        <a:cs typeface="Calibri" panose="020F0502020204030204"/>
                      </a:endParaRPr>
                    </a:p>
                  </a:txBody>
                  <a:tcPr marL="7937" marR="7937" marT="7937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sz="1100" b="0" i="0">
                          <a:solidFill>
                            <a:srgbClr val="000000"/>
                          </a:solidFill>
                          <a:latin typeface="Calibri" panose="020F0502020204030204"/>
                          <a:ea typeface="Calibri" panose="020F0502020204030204"/>
                          <a:cs typeface="Calibri" panose="020F0502020204030204"/>
                        </a:rPr>
                        <a:t>356.00</a:t>
                      </a:r>
                      <a:endParaRPr sz="1100" b="0" i="0">
                        <a:solidFill>
                          <a:srgbClr val="000000"/>
                        </a:solidFill>
                        <a:latin typeface="Calibri" panose="020F0502020204030204"/>
                        <a:ea typeface="Calibri" panose="020F0502020204030204"/>
                        <a:cs typeface="Calibri" panose="020F0502020204030204"/>
                      </a:endParaRPr>
                    </a:p>
                  </a:txBody>
                  <a:tcPr marL="7937" marR="7937" marT="7937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sz="1100" b="0" i="0">
                          <a:solidFill>
                            <a:srgbClr val="000000"/>
                          </a:solidFill>
                          <a:latin typeface="Calibri" panose="020F0502020204030204"/>
                          <a:ea typeface="Calibri" panose="020F0502020204030204"/>
                          <a:cs typeface="Calibri" panose="020F0502020204030204"/>
                        </a:rPr>
                        <a:t>3.00</a:t>
                      </a:r>
                      <a:endParaRPr sz="1100" b="0" i="0">
                        <a:solidFill>
                          <a:srgbClr val="000000"/>
                        </a:solidFill>
                        <a:latin typeface="Calibri" panose="020F0502020204030204"/>
                        <a:ea typeface="Calibri" panose="020F0502020204030204"/>
                        <a:cs typeface="Calibri" panose="020F0502020204030204"/>
                      </a:endParaRPr>
                    </a:p>
                  </a:txBody>
                  <a:tcPr marL="7937" marR="7937" marT="7937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sz="1100" b="0" i="0">
                          <a:solidFill>
                            <a:srgbClr val="000000"/>
                          </a:solidFill>
                          <a:latin typeface="Calibri" panose="020F0502020204030204"/>
                          <a:ea typeface="Calibri" panose="020F0502020204030204"/>
                          <a:cs typeface="Calibri" panose="020F0502020204030204"/>
                        </a:rPr>
                        <a:t>118.67</a:t>
                      </a:r>
                      <a:endParaRPr sz="1100" b="0" i="0">
                        <a:solidFill>
                          <a:srgbClr val="000000"/>
                        </a:solidFill>
                        <a:latin typeface="Calibri" panose="020F0502020204030204"/>
                        <a:ea typeface="Calibri" panose="020F0502020204030204"/>
                        <a:cs typeface="Calibri" panose="020F0502020204030204"/>
                      </a:endParaRPr>
                    </a:p>
                  </a:txBody>
                  <a:tcPr marL="7937" marR="7937" marT="7937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sz="1100" b="0" i="0">
                          <a:solidFill>
                            <a:srgbClr val="000000"/>
                          </a:solidFill>
                          <a:latin typeface="Calibri" panose="020F0502020204030204"/>
                          <a:ea typeface="Calibri" panose="020F0502020204030204"/>
                          <a:cs typeface="Calibri" panose="020F0502020204030204"/>
                        </a:rPr>
                        <a:t>3.53%</a:t>
                      </a:r>
                      <a:endParaRPr sz="1100" b="0" i="0">
                        <a:solidFill>
                          <a:srgbClr val="000000"/>
                        </a:solidFill>
                        <a:latin typeface="Calibri" panose="020F0502020204030204"/>
                        <a:ea typeface="Calibri" panose="020F0502020204030204"/>
                        <a:cs typeface="Calibri" panose="020F0502020204030204"/>
                      </a:endParaRPr>
                    </a:p>
                  </a:txBody>
                  <a:tcPr marL="7937" marR="7937" marT="7937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sz="1100" b="0" i="0">
                          <a:solidFill>
                            <a:srgbClr val="000000"/>
                          </a:solidFill>
                          <a:latin typeface="Calibri" panose="020F0502020204030204"/>
                          <a:ea typeface="Calibri" panose="020F0502020204030204"/>
                          <a:cs typeface="Calibri" panose="020F0502020204030204"/>
                        </a:rPr>
                        <a:t>177.82</a:t>
                      </a:r>
                      <a:endParaRPr sz="1100" b="0" i="0">
                        <a:solidFill>
                          <a:srgbClr val="000000"/>
                        </a:solidFill>
                        <a:latin typeface="Calibri" panose="020F0502020204030204"/>
                        <a:ea typeface="Calibri" panose="020F0502020204030204"/>
                        <a:cs typeface="Calibri" panose="020F0502020204030204"/>
                      </a:endParaRPr>
                    </a:p>
                  </a:txBody>
                  <a:tcPr marL="7937" marR="7937" marT="7937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</a:tr>
              <a:tr h="182880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100" b="0" i="0">
                          <a:solidFill>
                            <a:srgbClr val="000000"/>
                          </a:solidFill>
                          <a:latin typeface="Calibri" panose="020F0502020204030204"/>
                          <a:ea typeface="Calibri" panose="020F0502020204030204"/>
                          <a:cs typeface="Calibri" panose="020F0502020204030204"/>
                        </a:rPr>
                        <a:t>custom foam cases</a:t>
                      </a:r>
                      <a:endParaRPr sz="1100" b="0" i="0">
                        <a:solidFill>
                          <a:srgbClr val="000000"/>
                        </a:solidFill>
                        <a:latin typeface="Calibri" panose="020F0502020204030204"/>
                        <a:ea typeface="Calibri" panose="020F0502020204030204"/>
                        <a:cs typeface="Calibri" panose="020F0502020204030204"/>
                      </a:endParaRPr>
                    </a:p>
                  </a:txBody>
                  <a:tcPr marL="7937" marR="7937" marT="7937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100" b="0" i="0">
                          <a:solidFill>
                            <a:srgbClr val="000000"/>
                          </a:solidFill>
                          <a:latin typeface="Calibri" panose="020F0502020204030204"/>
                          <a:ea typeface="Calibri" panose="020F0502020204030204"/>
                          <a:cs typeface="Calibri" panose="020F0502020204030204"/>
                        </a:rPr>
                        <a:t>Broad match</a:t>
                      </a:r>
                      <a:endParaRPr sz="1100" b="0" i="0">
                        <a:solidFill>
                          <a:srgbClr val="000000"/>
                        </a:solidFill>
                        <a:latin typeface="Calibri" panose="020F0502020204030204"/>
                        <a:ea typeface="Calibri" panose="020F0502020204030204"/>
                        <a:cs typeface="Calibri" panose="020F0502020204030204"/>
                      </a:endParaRPr>
                    </a:p>
                  </a:txBody>
                  <a:tcPr marL="7937" marR="7937" marT="7937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100" b="0" i="0">
                          <a:solidFill>
                            <a:srgbClr val="000000"/>
                          </a:solidFill>
                          <a:latin typeface="Calibri" panose="020F0502020204030204"/>
                          <a:ea typeface="Calibri" panose="020F0502020204030204"/>
                          <a:cs typeface="Calibri" panose="020F0502020204030204"/>
                        </a:rPr>
                        <a:t>bay area</a:t>
                      </a:r>
                      <a:endParaRPr sz="1100" b="0" i="0">
                        <a:solidFill>
                          <a:srgbClr val="000000"/>
                        </a:solidFill>
                        <a:latin typeface="Calibri" panose="020F0502020204030204"/>
                        <a:ea typeface="Calibri" panose="020F0502020204030204"/>
                        <a:cs typeface="Calibri" panose="020F0502020204030204"/>
                      </a:endParaRPr>
                    </a:p>
                  </a:txBody>
                  <a:tcPr marL="7937" marR="7937" marT="7937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sz="1100" b="0" i="0">
                          <a:solidFill>
                            <a:srgbClr val="000000"/>
                          </a:solidFill>
                          <a:latin typeface="Calibri" panose="020F0502020204030204"/>
                          <a:ea typeface="Calibri" panose="020F0502020204030204"/>
                          <a:cs typeface="Calibri" panose="020F0502020204030204"/>
                        </a:rPr>
                        <a:t>42</a:t>
                      </a:r>
                      <a:endParaRPr sz="1100" b="0" i="0">
                        <a:solidFill>
                          <a:srgbClr val="000000"/>
                        </a:solidFill>
                        <a:latin typeface="Calibri" panose="020F0502020204030204"/>
                        <a:ea typeface="Calibri" panose="020F0502020204030204"/>
                        <a:cs typeface="Calibri" panose="020F0502020204030204"/>
                      </a:endParaRPr>
                    </a:p>
                  </a:txBody>
                  <a:tcPr marL="7937" marR="7937" marT="7937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sz="1100" b="0" i="0">
                          <a:solidFill>
                            <a:srgbClr val="000000"/>
                          </a:solidFill>
                          <a:latin typeface="Calibri" panose="020F0502020204030204"/>
                          <a:ea typeface="Calibri" panose="020F0502020204030204"/>
                          <a:cs typeface="Calibri" panose="020F0502020204030204"/>
                        </a:rPr>
                        <a:t>577</a:t>
                      </a:r>
                      <a:endParaRPr sz="1100" b="0" i="0">
                        <a:solidFill>
                          <a:srgbClr val="000000"/>
                        </a:solidFill>
                        <a:latin typeface="Calibri" panose="020F0502020204030204"/>
                        <a:ea typeface="Calibri" panose="020F0502020204030204"/>
                        <a:cs typeface="Calibri" panose="020F0502020204030204"/>
                      </a:endParaRPr>
                    </a:p>
                  </a:txBody>
                  <a:tcPr marL="7937" marR="7937" marT="7937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sz="1100" b="0" i="0">
                          <a:solidFill>
                            <a:srgbClr val="000000"/>
                          </a:solidFill>
                          <a:latin typeface="Calibri" panose="020F0502020204030204"/>
                          <a:ea typeface="Calibri" panose="020F0502020204030204"/>
                          <a:cs typeface="Calibri" panose="020F0502020204030204"/>
                        </a:rPr>
                        <a:t>7.28%</a:t>
                      </a:r>
                      <a:endParaRPr sz="1100" b="0" i="0">
                        <a:solidFill>
                          <a:srgbClr val="000000"/>
                        </a:solidFill>
                        <a:latin typeface="Calibri" panose="020F0502020204030204"/>
                        <a:ea typeface="Calibri" panose="020F0502020204030204"/>
                        <a:cs typeface="Calibri" panose="020F0502020204030204"/>
                      </a:endParaRPr>
                    </a:p>
                  </a:txBody>
                  <a:tcPr marL="7937" marR="7937" marT="7937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sz="1100" b="0" i="0">
                          <a:solidFill>
                            <a:srgbClr val="000000"/>
                          </a:solidFill>
                          <a:latin typeface="Calibri" panose="020F0502020204030204"/>
                          <a:ea typeface="Calibri" panose="020F0502020204030204"/>
                          <a:cs typeface="Calibri" panose="020F0502020204030204"/>
                        </a:rPr>
                        <a:t>4.33</a:t>
                      </a:r>
                      <a:endParaRPr sz="1100" b="0" i="0">
                        <a:solidFill>
                          <a:srgbClr val="000000"/>
                        </a:solidFill>
                        <a:latin typeface="Calibri" panose="020F0502020204030204"/>
                        <a:ea typeface="Calibri" panose="020F0502020204030204"/>
                        <a:cs typeface="Calibri" panose="020F0502020204030204"/>
                      </a:endParaRPr>
                    </a:p>
                  </a:txBody>
                  <a:tcPr marL="7937" marR="7937" marT="7937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sz="1100" b="0" i="0">
                          <a:solidFill>
                            <a:srgbClr val="000000"/>
                          </a:solidFill>
                          <a:latin typeface="Calibri" panose="020F0502020204030204"/>
                          <a:ea typeface="Calibri" panose="020F0502020204030204"/>
                          <a:cs typeface="Calibri" panose="020F0502020204030204"/>
                        </a:rPr>
                        <a:t>181.72</a:t>
                      </a:r>
                      <a:endParaRPr sz="1100" b="0" i="0">
                        <a:solidFill>
                          <a:srgbClr val="000000"/>
                        </a:solidFill>
                        <a:latin typeface="Calibri" panose="020F0502020204030204"/>
                        <a:ea typeface="Calibri" panose="020F0502020204030204"/>
                        <a:cs typeface="Calibri" panose="020F0502020204030204"/>
                      </a:endParaRPr>
                    </a:p>
                  </a:txBody>
                  <a:tcPr marL="7937" marR="7937" marT="7937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sz="1100" b="0" i="0">
                          <a:solidFill>
                            <a:srgbClr val="000000"/>
                          </a:solidFill>
                          <a:latin typeface="Calibri" panose="020F0502020204030204"/>
                          <a:ea typeface="Calibri" panose="020F0502020204030204"/>
                          <a:cs typeface="Calibri" panose="020F0502020204030204"/>
                        </a:rPr>
                        <a:t>1.00</a:t>
                      </a:r>
                      <a:endParaRPr sz="1100" b="0" i="0">
                        <a:solidFill>
                          <a:srgbClr val="000000"/>
                        </a:solidFill>
                        <a:latin typeface="Calibri" panose="020F0502020204030204"/>
                        <a:ea typeface="Calibri" panose="020F0502020204030204"/>
                        <a:cs typeface="Calibri" panose="020F0502020204030204"/>
                      </a:endParaRPr>
                    </a:p>
                  </a:txBody>
                  <a:tcPr marL="7937" marR="7937" marT="7937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sz="1100" b="0" i="0">
                          <a:solidFill>
                            <a:srgbClr val="000000"/>
                          </a:solidFill>
                          <a:latin typeface="Calibri" panose="020F0502020204030204"/>
                          <a:ea typeface="Calibri" panose="020F0502020204030204"/>
                          <a:cs typeface="Calibri" panose="020F0502020204030204"/>
                        </a:rPr>
                        <a:t>181.72</a:t>
                      </a:r>
                      <a:endParaRPr sz="1100" b="0" i="0">
                        <a:solidFill>
                          <a:srgbClr val="000000"/>
                        </a:solidFill>
                        <a:latin typeface="Calibri" panose="020F0502020204030204"/>
                        <a:ea typeface="Calibri" panose="020F0502020204030204"/>
                        <a:cs typeface="Calibri" panose="020F0502020204030204"/>
                      </a:endParaRPr>
                    </a:p>
                  </a:txBody>
                  <a:tcPr marL="7937" marR="7937" marT="7937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sz="1100" b="0" i="0">
                          <a:solidFill>
                            <a:srgbClr val="000000"/>
                          </a:solidFill>
                          <a:latin typeface="Calibri" panose="020F0502020204030204"/>
                          <a:ea typeface="Calibri" panose="020F0502020204030204"/>
                          <a:cs typeface="Calibri" panose="020F0502020204030204"/>
                        </a:rPr>
                        <a:t>2.38%</a:t>
                      </a:r>
                      <a:endParaRPr sz="1100" b="0" i="0">
                        <a:solidFill>
                          <a:srgbClr val="000000"/>
                        </a:solidFill>
                        <a:latin typeface="Calibri" panose="020F0502020204030204"/>
                        <a:ea typeface="Calibri" panose="020F0502020204030204"/>
                        <a:cs typeface="Calibri" panose="020F0502020204030204"/>
                      </a:endParaRPr>
                    </a:p>
                  </a:txBody>
                  <a:tcPr marL="7937" marR="7937" marT="7937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sz="1100" b="0" i="0">
                          <a:solidFill>
                            <a:srgbClr val="000000"/>
                          </a:solidFill>
                          <a:latin typeface="Calibri" panose="020F0502020204030204"/>
                          <a:ea typeface="Calibri" panose="020F0502020204030204"/>
                          <a:cs typeface="Calibri" panose="020F0502020204030204"/>
                        </a:rPr>
                        <a:t>314.94</a:t>
                      </a:r>
                      <a:endParaRPr sz="1100" b="0" i="0">
                        <a:solidFill>
                          <a:srgbClr val="000000"/>
                        </a:solidFill>
                        <a:latin typeface="Calibri" panose="020F0502020204030204"/>
                        <a:ea typeface="Calibri" panose="020F0502020204030204"/>
                        <a:cs typeface="Calibri" panose="020F0502020204030204"/>
                      </a:endParaRPr>
                    </a:p>
                  </a:txBody>
                  <a:tcPr marL="7937" marR="7937" marT="7937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</a:tr>
              <a:tr h="182880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100" b="0" i="0">
                          <a:solidFill>
                            <a:srgbClr val="000000"/>
                          </a:solidFill>
                          <a:latin typeface="Calibri" panose="020F0502020204030204"/>
                          <a:ea typeface="Calibri" panose="020F0502020204030204"/>
                          <a:cs typeface="Calibri" panose="020F0502020204030204"/>
                        </a:rPr>
                        <a:t>pelican cases</a:t>
                      </a:r>
                      <a:endParaRPr sz="1100" b="0" i="0">
                        <a:solidFill>
                          <a:srgbClr val="000000"/>
                        </a:solidFill>
                        <a:latin typeface="Calibri" panose="020F0502020204030204"/>
                        <a:ea typeface="Calibri" panose="020F0502020204030204"/>
                        <a:cs typeface="Calibri" panose="020F0502020204030204"/>
                      </a:endParaRPr>
                    </a:p>
                  </a:txBody>
                  <a:tcPr marL="7937" marR="7937" marT="7937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100" b="0" i="0">
                          <a:solidFill>
                            <a:srgbClr val="000000"/>
                          </a:solidFill>
                          <a:latin typeface="Calibri" panose="020F0502020204030204"/>
                          <a:ea typeface="Calibri" panose="020F0502020204030204"/>
                          <a:cs typeface="Calibri" panose="020F0502020204030204"/>
                        </a:rPr>
                        <a:t>Broad match</a:t>
                      </a:r>
                      <a:endParaRPr sz="1100" b="0" i="0">
                        <a:solidFill>
                          <a:srgbClr val="000000"/>
                        </a:solidFill>
                        <a:latin typeface="Calibri" panose="020F0502020204030204"/>
                        <a:ea typeface="Calibri" panose="020F0502020204030204"/>
                        <a:cs typeface="Calibri" panose="020F0502020204030204"/>
                      </a:endParaRPr>
                    </a:p>
                  </a:txBody>
                  <a:tcPr marL="7937" marR="7937" marT="7937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100" b="0" i="0">
                          <a:solidFill>
                            <a:srgbClr val="000000"/>
                          </a:solidFill>
                          <a:latin typeface="Calibri" panose="020F0502020204030204"/>
                          <a:ea typeface="Calibri" panose="020F0502020204030204"/>
                          <a:cs typeface="Calibri" panose="020F0502020204030204"/>
                        </a:rPr>
                        <a:t>bay area</a:t>
                      </a:r>
                      <a:endParaRPr sz="1100" b="0" i="0">
                        <a:solidFill>
                          <a:srgbClr val="000000"/>
                        </a:solidFill>
                        <a:latin typeface="Calibri" panose="020F0502020204030204"/>
                        <a:ea typeface="Calibri" panose="020F0502020204030204"/>
                        <a:cs typeface="Calibri" panose="020F0502020204030204"/>
                      </a:endParaRPr>
                    </a:p>
                  </a:txBody>
                  <a:tcPr marL="7937" marR="7937" marT="7937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sz="1100" b="0" i="0">
                          <a:solidFill>
                            <a:srgbClr val="000000"/>
                          </a:solidFill>
                          <a:latin typeface="Calibri" panose="020F0502020204030204"/>
                          <a:ea typeface="Calibri" panose="020F0502020204030204"/>
                          <a:cs typeface="Calibri" panose="020F0502020204030204"/>
                        </a:rPr>
                        <a:t>51</a:t>
                      </a:r>
                      <a:endParaRPr sz="1100" b="0" i="0">
                        <a:solidFill>
                          <a:srgbClr val="000000"/>
                        </a:solidFill>
                        <a:latin typeface="Calibri" panose="020F0502020204030204"/>
                        <a:ea typeface="Calibri" panose="020F0502020204030204"/>
                        <a:cs typeface="Calibri" panose="020F0502020204030204"/>
                      </a:endParaRPr>
                    </a:p>
                  </a:txBody>
                  <a:tcPr marL="7937" marR="7937" marT="7937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sz="1100" b="0" i="0">
                          <a:solidFill>
                            <a:srgbClr val="000000"/>
                          </a:solidFill>
                          <a:latin typeface="Calibri" panose="020F0502020204030204"/>
                          <a:ea typeface="Calibri" panose="020F0502020204030204"/>
                          <a:cs typeface="Calibri" panose="020F0502020204030204"/>
                        </a:rPr>
                        <a:t>971</a:t>
                      </a:r>
                      <a:endParaRPr sz="1100" b="0" i="0">
                        <a:solidFill>
                          <a:srgbClr val="000000"/>
                        </a:solidFill>
                        <a:latin typeface="Calibri" panose="020F0502020204030204"/>
                        <a:ea typeface="Calibri" panose="020F0502020204030204"/>
                        <a:cs typeface="Calibri" panose="020F0502020204030204"/>
                      </a:endParaRPr>
                    </a:p>
                  </a:txBody>
                  <a:tcPr marL="7937" marR="7937" marT="7937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sz="1100" b="0" i="0">
                          <a:solidFill>
                            <a:srgbClr val="000000"/>
                          </a:solidFill>
                          <a:latin typeface="Calibri" panose="020F0502020204030204"/>
                          <a:ea typeface="Calibri" panose="020F0502020204030204"/>
                          <a:cs typeface="Calibri" panose="020F0502020204030204"/>
                        </a:rPr>
                        <a:t>5.25%</a:t>
                      </a:r>
                      <a:endParaRPr sz="1100" b="0" i="0">
                        <a:solidFill>
                          <a:srgbClr val="000000"/>
                        </a:solidFill>
                        <a:latin typeface="Calibri" panose="020F0502020204030204"/>
                        <a:ea typeface="Calibri" panose="020F0502020204030204"/>
                        <a:cs typeface="Calibri" panose="020F0502020204030204"/>
                      </a:endParaRPr>
                    </a:p>
                  </a:txBody>
                  <a:tcPr marL="7937" marR="7937" marT="7937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sz="1100" b="0" i="0">
                          <a:solidFill>
                            <a:srgbClr val="000000"/>
                          </a:solidFill>
                          <a:latin typeface="Calibri" panose="020F0502020204030204"/>
                          <a:ea typeface="Calibri" panose="020F0502020204030204"/>
                          <a:cs typeface="Calibri" panose="020F0502020204030204"/>
                        </a:rPr>
                        <a:t>3.05</a:t>
                      </a:r>
                      <a:endParaRPr sz="1100" b="0" i="0">
                        <a:solidFill>
                          <a:srgbClr val="000000"/>
                        </a:solidFill>
                        <a:latin typeface="Calibri" panose="020F0502020204030204"/>
                        <a:ea typeface="Calibri" panose="020F0502020204030204"/>
                        <a:cs typeface="Calibri" panose="020F0502020204030204"/>
                      </a:endParaRPr>
                    </a:p>
                  </a:txBody>
                  <a:tcPr marL="7937" marR="7937" marT="7937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sz="1100" b="0" i="0">
                          <a:solidFill>
                            <a:srgbClr val="000000"/>
                          </a:solidFill>
                          <a:latin typeface="Calibri" panose="020F0502020204030204"/>
                          <a:ea typeface="Calibri" panose="020F0502020204030204"/>
                          <a:cs typeface="Calibri" panose="020F0502020204030204"/>
                        </a:rPr>
                        <a:t>155.49</a:t>
                      </a:r>
                      <a:endParaRPr sz="1100" b="0" i="0">
                        <a:solidFill>
                          <a:srgbClr val="000000"/>
                        </a:solidFill>
                        <a:latin typeface="Calibri" panose="020F0502020204030204"/>
                        <a:ea typeface="Calibri" panose="020F0502020204030204"/>
                        <a:cs typeface="Calibri" panose="020F0502020204030204"/>
                      </a:endParaRPr>
                    </a:p>
                  </a:txBody>
                  <a:tcPr marL="7937" marR="7937" marT="7937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sz="1100" b="0" i="0">
                          <a:solidFill>
                            <a:srgbClr val="000000"/>
                          </a:solidFill>
                          <a:latin typeface="Calibri" panose="020F0502020204030204"/>
                          <a:ea typeface="Calibri" panose="020F0502020204030204"/>
                          <a:cs typeface="Calibri" panose="020F0502020204030204"/>
                        </a:rPr>
                        <a:t>1.00</a:t>
                      </a:r>
                      <a:endParaRPr sz="1100" b="0" i="0">
                        <a:solidFill>
                          <a:srgbClr val="000000"/>
                        </a:solidFill>
                        <a:latin typeface="Calibri" panose="020F0502020204030204"/>
                        <a:ea typeface="Calibri" panose="020F0502020204030204"/>
                        <a:cs typeface="Calibri" panose="020F0502020204030204"/>
                      </a:endParaRPr>
                    </a:p>
                  </a:txBody>
                  <a:tcPr marL="7937" marR="7937" marT="7937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sz="1100" b="0" i="0">
                          <a:solidFill>
                            <a:srgbClr val="000000"/>
                          </a:solidFill>
                          <a:latin typeface="Calibri" panose="020F0502020204030204"/>
                          <a:ea typeface="Calibri" panose="020F0502020204030204"/>
                          <a:cs typeface="Calibri" panose="020F0502020204030204"/>
                        </a:rPr>
                        <a:t>155.49</a:t>
                      </a:r>
                      <a:endParaRPr sz="1100" b="0" i="0">
                        <a:solidFill>
                          <a:srgbClr val="000000"/>
                        </a:solidFill>
                        <a:latin typeface="Calibri" panose="020F0502020204030204"/>
                        <a:ea typeface="Calibri" panose="020F0502020204030204"/>
                        <a:cs typeface="Calibri" panose="020F0502020204030204"/>
                      </a:endParaRPr>
                    </a:p>
                  </a:txBody>
                  <a:tcPr marL="7937" marR="7937" marT="7937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sz="1100" b="0" i="0">
                          <a:solidFill>
                            <a:srgbClr val="000000"/>
                          </a:solidFill>
                          <a:latin typeface="Calibri" panose="020F0502020204030204"/>
                          <a:ea typeface="Calibri" panose="020F0502020204030204"/>
                          <a:cs typeface="Calibri" panose="020F0502020204030204"/>
                        </a:rPr>
                        <a:t>1.96%</a:t>
                      </a:r>
                      <a:endParaRPr sz="1100" b="0" i="0">
                        <a:solidFill>
                          <a:srgbClr val="000000"/>
                        </a:solidFill>
                        <a:latin typeface="Calibri" panose="020F0502020204030204"/>
                        <a:ea typeface="Calibri" panose="020F0502020204030204"/>
                        <a:cs typeface="Calibri" panose="020F0502020204030204"/>
                      </a:endParaRPr>
                    </a:p>
                  </a:txBody>
                  <a:tcPr marL="7937" marR="7937" marT="7937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sz="1100" b="0" i="0">
                          <a:solidFill>
                            <a:srgbClr val="000000"/>
                          </a:solidFill>
                          <a:latin typeface="Calibri" panose="020F0502020204030204"/>
                          <a:ea typeface="Calibri" panose="020F0502020204030204"/>
                          <a:cs typeface="Calibri" panose="020F0502020204030204"/>
                        </a:rPr>
                        <a:t>160.13</a:t>
                      </a:r>
                      <a:endParaRPr sz="1100" b="0" i="0">
                        <a:solidFill>
                          <a:srgbClr val="000000"/>
                        </a:solidFill>
                        <a:latin typeface="Calibri" panose="020F0502020204030204"/>
                        <a:ea typeface="Calibri" panose="020F0502020204030204"/>
                        <a:cs typeface="Calibri" panose="020F0502020204030204"/>
                      </a:endParaRPr>
                    </a:p>
                  </a:txBody>
                  <a:tcPr marL="7937" marR="7937" marT="7937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</a:tr>
              <a:tr h="182880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100" b="0" i="0">
                          <a:solidFill>
                            <a:srgbClr val="000000"/>
                          </a:solidFill>
                          <a:latin typeface="Calibri" panose="020F0502020204030204"/>
                          <a:ea typeface="Calibri" panose="020F0502020204030204"/>
                          <a:cs typeface="Calibri" panose="020F0502020204030204"/>
                        </a:rPr>
                        <a:t>skb cases</a:t>
                      </a:r>
                      <a:endParaRPr sz="1100" b="0" i="0">
                        <a:solidFill>
                          <a:srgbClr val="000000"/>
                        </a:solidFill>
                        <a:latin typeface="Calibri" panose="020F0502020204030204"/>
                        <a:ea typeface="Calibri" panose="020F0502020204030204"/>
                        <a:cs typeface="Calibri" panose="020F0502020204030204"/>
                      </a:endParaRPr>
                    </a:p>
                  </a:txBody>
                  <a:tcPr marL="7937" marR="7937" marT="7937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100" b="0" i="0">
                          <a:solidFill>
                            <a:srgbClr val="000000"/>
                          </a:solidFill>
                          <a:latin typeface="Calibri" panose="020F0502020204030204"/>
                          <a:ea typeface="Calibri" panose="020F0502020204030204"/>
                          <a:cs typeface="Calibri" panose="020F0502020204030204"/>
                        </a:rPr>
                        <a:t>Broad match</a:t>
                      </a:r>
                      <a:endParaRPr sz="1100" b="0" i="0">
                        <a:solidFill>
                          <a:srgbClr val="000000"/>
                        </a:solidFill>
                        <a:latin typeface="Calibri" panose="020F0502020204030204"/>
                        <a:ea typeface="Calibri" panose="020F0502020204030204"/>
                        <a:cs typeface="Calibri" panose="020F0502020204030204"/>
                      </a:endParaRPr>
                    </a:p>
                  </a:txBody>
                  <a:tcPr marL="7937" marR="7937" marT="7937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100" b="0" i="0">
                          <a:solidFill>
                            <a:srgbClr val="000000"/>
                          </a:solidFill>
                          <a:latin typeface="Calibri" panose="020F0502020204030204"/>
                          <a:ea typeface="Calibri" panose="020F0502020204030204"/>
                          <a:cs typeface="Calibri" panose="020F0502020204030204"/>
                        </a:rPr>
                        <a:t>ontario</a:t>
                      </a:r>
                      <a:endParaRPr sz="1100" b="0" i="0">
                        <a:solidFill>
                          <a:srgbClr val="000000"/>
                        </a:solidFill>
                        <a:latin typeface="Calibri" panose="020F0502020204030204"/>
                        <a:ea typeface="Calibri" panose="020F0502020204030204"/>
                        <a:cs typeface="Calibri" panose="020F0502020204030204"/>
                      </a:endParaRPr>
                    </a:p>
                  </a:txBody>
                  <a:tcPr marL="7937" marR="7937" marT="7937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sz="1100" b="0" i="0">
                          <a:solidFill>
                            <a:srgbClr val="000000"/>
                          </a:solidFill>
                          <a:latin typeface="Calibri" panose="020F0502020204030204"/>
                          <a:ea typeface="Calibri" panose="020F0502020204030204"/>
                          <a:cs typeface="Calibri" panose="020F0502020204030204"/>
                        </a:rPr>
                        <a:t>8</a:t>
                      </a:r>
                      <a:endParaRPr sz="1100" b="0" i="0">
                        <a:solidFill>
                          <a:srgbClr val="000000"/>
                        </a:solidFill>
                        <a:latin typeface="Calibri" panose="020F0502020204030204"/>
                        <a:ea typeface="Calibri" panose="020F0502020204030204"/>
                        <a:cs typeface="Calibri" panose="020F0502020204030204"/>
                      </a:endParaRPr>
                    </a:p>
                  </a:txBody>
                  <a:tcPr marL="7937" marR="7937" marT="7937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sz="1100" b="0" i="0">
                          <a:solidFill>
                            <a:srgbClr val="000000"/>
                          </a:solidFill>
                          <a:latin typeface="Calibri" panose="020F0502020204030204"/>
                          <a:ea typeface="Calibri" panose="020F0502020204030204"/>
                          <a:cs typeface="Calibri" panose="020F0502020204030204"/>
                        </a:rPr>
                        <a:t>219</a:t>
                      </a:r>
                      <a:endParaRPr sz="1100" b="0" i="0">
                        <a:solidFill>
                          <a:srgbClr val="000000"/>
                        </a:solidFill>
                        <a:latin typeface="Calibri" panose="020F0502020204030204"/>
                        <a:ea typeface="Calibri" panose="020F0502020204030204"/>
                        <a:cs typeface="Calibri" panose="020F0502020204030204"/>
                      </a:endParaRPr>
                    </a:p>
                  </a:txBody>
                  <a:tcPr marL="7937" marR="7937" marT="7937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sz="1100" b="0" i="0">
                          <a:solidFill>
                            <a:srgbClr val="000000"/>
                          </a:solidFill>
                          <a:latin typeface="Calibri" panose="020F0502020204030204"/>
                          <a:ea typeface="Calibri" panose="020F0502020204030204"/>
                          <a:cs typeface="Calibri" panose="020F0502020204030204"/>
                        </a:rPr>
                        <a:t>3.65%</a:t>
                      </a:r>
                      <a:endParaRPr sz="1100" b="0" i="0">
                        <a:solidFill>
                          <a:srgbClr val="000000"/>
                        </a:solidFill>
                        <a:latin typeface="Calibri" panose="020F0502020204030204"/>
                        <a:ea typeface="Calibri" panose="020F0502020204030204"/>
                        <a:cs typeface="Calibri" panose="020F0502020204030204"/>
                      </a:endParaRPr>
                    </a:p>
                  </a:txBody>
                  <a:tcPr marL="7937" marR="7937" marT="7937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sz="1100" b="0" i="0">
                          <a:solidFill>
                            <a:srgbClr val="000000"/>
                          </a:solidFill>
                          <a:latin typeface="Calibri" panose="020F0502020204030204"/>
                          <a:ea typeface="Calibri" panose="020F0502020204030204"/>
                          <a:cs typeface="Calibri" panose="020F0502020204030204"/>
                        </a:rPr>
                        <a:t>2.73</a:t>
                      </a:r>
                      <a:endParaRPr sz="1100" b="0" i="0">
                        <a:solidFill>
                          <a:srgbClr val="000000"/>
                        </a:solidFill>
                        <a:latin typeface="Calibri" panose="020F0502020204030204"/>
                        <a:ea typeface="Calibri" panose="020F0502020204030204"/>
                        <a:cs typeface="Calibri" panose="020F0502020204030204"/>
                      </a:endParaRPr>
                    </a:p>
                  </a:txBody>
                  <a:tcPr marL="7937" marR="7937" marT="7937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sz="1100" b="0" i="0">
                          <a:solidFill>
                            <a:srgbClr val="000000"/>
                          </a:solidFill>
                          <a:latin typeface="Calibri" panose="020F0502020204030204"/>
                          <a:ea typeface="Calibri" panose="020F0502020204030204"/>
                          <a:cs typeface="Calibri" panose="020F0502020204030204"/>
                        </a:rPr>
                        <a:t>21.86</a:t>
                      </a:r>
                      <a:endParaRPr sz="1100" b="0" i="0">
                        <a:solidFill>
                          <a:srgbClr val="000000"/>
                        </a:solidFill>
                        <a:latin typeface="Calibri" panose="020F0502020204030204"/>
                        <a:ea typeface="Calibri" panose="020F0502020204030204"/>
                        <a:cs typeface="Calibri" panose="020F0502020204030204"/>
                      </a:endParaRPr>
                    </a:p>
                  </a:txBody>
                  <a:tcPr marL="7937" marR="7937" marT="7937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sz="1100" b="0" i="0">
                          <a:solidFill>
                            <a:srgbClr val="000000"/>
                          </a:solidFill>
                          <a:latin typeface="Calibri" panose="020F0502020204030204"/>
                          <a:ea typeface="Calibri" panose="020F0502020204030204"/>
                          <a:cs typeface="Calibri" panose="020F0502020204030204"/>
                        </a:rPr>
                        <a:t>1.00</a:t>
                      </a:r>
                      <a:endParaRPr sz="1100" b="0" i="0">
                        <a:solidFill>
                          <a:srgbClr val="000000"/>
                        </a:solidFill>
                        <a:latin typeface="Calibri" panose="020F0502020204030204"/>
                        <a:ea typeface="Calibri" panose="020F0502020204030204"/>
                        <a:cs typeface="Calibri" panose="020F0502020204030204"/>
                      </a:endParaRPr>
                    </a:p>
                  </a:txBody>
                  <a:tcPr marL="7937" marR="7937" marT="7937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sz="1100" b="0" i="0">
                          <a:solidFill>
                            <a:srgbClr val="000000"/>
                          </a:solidFill>
                          <a:latin typeface="Calibri" panose="020F0502020204030204"/>
                          <a:ea typeface="Calibri" panose="020F0502020204030204"/>
                          <a:cs typeface="Calibri" panose="020F0502020204030204"/>
                        </a:rPr>
                        <a:t>21.86</a:t>
                      </a:r>
                      <a:endParaRPr sz="1100" b="0" i="0">
                        <a:solidFill>
                          <a:srgbClr val="000000"/>
                        </a:solidFill>
                        <a:latin typeface="Calibri" panose="020F0502020204030204"/>
                        <a:ea typeface="Calibri" panose="020F0502020204030204"/>
                        <a:cs typeface="Calibri" panose="020F0502020204030204"/>
                      </a:endParaRPr>
                    </a:p>
                  </a:txBody>
                  <a:tcPr marL="7937" marR="7937" marT="7937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sz="1100" b="0" i="0">
                          <a:solidFill>
                            <a:srgbClr val="000000"/>
                          </a:solidFill>
                          <a:latin typeface="Calibri" panose="020F0502020204030204"/>
                          <a:ea typeface="Calibri" panose="020F0502020204030204"/>
                          <a:cs typeface="Calibri" panose="020F0502020204030204"/>
                        </a:rPr>
                        <a:t>12.50%</a:t>
                      </a:r>
                      <a:endParaRPr sz="1100" b="0" i="0">
                        <a:solidFill>
                          <a:srgbClr val="000000"/>
                        </a:solidFill>
                        <a:latin typeface="Calibri" panose="020F0502020204030204"/>
                        <a:ea typeface="Calibri" panose="020F0502020204030204"/>
                        <a:cs typeface="Calibri" panose="020F0502020204030204"/>
                      </a:endParaRPr>
                    </a:p>
                  </a:txBody>
                  <a:tcPr marL="7937" marR="7937" marT="7937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sz="1100" b="0" i="0">
                          <a:solidFill>
                            <a:srgbClr val="000000"/>
                          </a:solidFill>
                          <a:latin typeface="Calibri" panose="020F0502020204030204"/>
                          <a:ea typeface="Calibri" panose="020F0502020204030204"/>
                          <a:cs typeface="Calibri" panose="020F0502020204030204"/>
                        </a:rPr>
                        <a:t>99.82</a:t>
                      </a:r>
                      <a:endParaRPr sz="1100" b="0" i="0">
                        <a:solidFill>
                          <a:srgbClr val="000000"/>
                        </a:solidFill>
                        <a:latin typeface="Calibri" panose="020F0502020204030204"/>
                        <a:ea typeface="Calibri" panose="020F0502020204030204"/>
                        <a:cs typeface="Calibri" panose="020F0502020204030204"/>
                      </a:endParaRPr>
                    </a:p>
                  </a:txBody>
                  <a:tcPr marL="7937" marR="7937" marT="7937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</a:tr>
              <a:tr h="182880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100" b="0" i="0">
                          <a:solidFill>
                            <a:srgbClr val="000000"/>
                          </a:solidFill>
                          <a:latin typeface="Calibri" panose="020F0502020204030204"/>
                          <a:ea typeface="Calibri" panose="020F0502020204030204"/>
                          <a:cs typeface="Calibri" panose="020F0502020204030204"/>
                        </a:rPr>
                        <a:t>pelican cases</a:t>
                      </a:r>
                      <a:endParaRPr sz="1100" b="0" i="0">
                        <a:solidFill>
                          <a:srgbClr val="000000"/>
                        </a:solidFill>
                        <a:latin typeface="Calibri" panose="020F0502020204030204"/>
                        <a:ea typeface="Calibri" panose="020F0502020204030204"/>
                        <a:cs typeface="Calibri" panose="020F0502020204030204"/>
                      </a:endParaRPr>
                    </a:p>
                  </a:txBody>
                  <a:tcPr marL="7937" marR="7937" marT="7937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100" b="0" i="0">
                          <a:solidFill>
                            <a:srgbClr val="000000"/>
                          </a:solidFill>
                          <a:latin typeface="Calibri" panose="020F0502020204030204"/>
                          <a:ea typeface="Calibri" panose="020F0502020204030204"/>
                          <a:cs typeface="Calibri" panose="020F0502020204030204"/>
                        </a:rPr>
                        <a:t>Broad match</a:t>
                      </a:r>
                      <a:endParaRPr sz="1100" b="0" i="0">
                        <a:solidFill>
                          <a:srgbClr val="000000"/>
                        </a:solidFill>
                        <a:latin typeface="Calibri" panose="020F0502020204030204"/>
                        <a:ea typeface="Calibri" panose="020F0502020204030204"/>
                        <a:cs typeface="Calibri" panose="020F0502020204030204"/>
                      </a:endParaRPr>
                    </a:p>
                  </a:txBody>
                  <a:tcPr marL="7937" marR="7937" marT="7937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100" b="0" i="0">
                          <a:solidFill>
                            <a:srgbClr val="000000"/>
                          </a:solidFill>
                          <a:latin typeface="Calibri" panose="020F0502020204030204"/>
                          <a:ea typeface="Calibri" panose="020F0502020204030204"/>
                          <a:cs typeface="Calibri" panose="020F0502020204030204"/>
                        </a:rPr>
                        <a:t>san diego</a:t>
                      </a:r>
                      <a:endParaRPr sz="1100" b="0" i="0">
                        <a:solidFill>
                          <a:srgbClr val="000000"/>
                        </a:solidFill>
                        <a:latin typeface="Calibri" panose="020F0502020204030204"/>
                        <a:ea typeface="Calibri" panose="020F0502020204030204"/>
                        <a:cs typeface="Calibri" panose="020F0502020204030204"/>
                      </a:endParaRPr>
                    </a:p>
                  </a:txBody>
                  <a:tcPr marL="7937" marR="7937" marT="7937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sz="1100" b="0" i="0">
                          <a:solidFill>
                            <a:srgbClr val="000000"/>
                          </a:solidFill>
                          <a:latin typeface="Calibri" panose="020F0502020204030204"/>
                          <a:ea typeface="Calibri" panose="020F0502020204030204"/>
                          <a:cs typeface="Calibri" panose="020F0502020204030204"/>
                        </a:rPr>
                        <a:t>27</a:t>
                      </a:r>
                      <a:endParaRPr sz="1100" b="0" i="0">
                        <a:solidFill>
                          <a:srgbClr val="000000"/>
                        </a:solidFill>
                        <a:latin typeface="Calibri" panose="020F0502020204030204"/>
                        <a:ea typeface="Calibri" panose="020F0502020204030204"/>
                        <a:cs typeface="Calibri" panose="020F0502020204030204"/>
                      </a:endParaRPr>
                    </a:p>
                  </a:txBody>
                  <a:tcPr marL="7937" marR="7937" marT="7937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sz="1100" b="0" i="0">
                          <a:solidFill>
                            <a:srgbClr val="000000"/>
                          </a:solidFill>
                          <a:latin typeface="Calibri" panose="020F0502020204030204"/>
                          <a:ea typeface="Calibri" panose="020F0502020204030204"/>
                          <a:cs typeface="Calibri" panose="020F0502020204030204"/>
                        </a:rPr>
                        <a:t>505</a:t>
                      </a:r>
                      <a:endParaRPr sz="1100" b="0" i="0">
                        <a:solidFill>
                          <a:srgbClr val="000000"/>
                        </a:solidFill>
                        <a:latin typeface="Calibri" panose="020F0502020204030204"/>
                        <a:ea typeface="Calibri" panose="020F0502020204030204"/>
                        <a:cs typeface="Calibri" panose="020F0502020204030204"/>
                      </a:endParaRPr>
                    </a:p>
                  </a:txBody>
                  <a:tcPr marL="7937" marR="7937" marT="7937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sz="1100" b="0" i="0">
                          <a:solidFill>
                            <a:srgbClr val="000000"/>
                          </a:solidFill>
                          <a:latin typeface="Calibri" panose="020F0502020204030204"/>
                          <a:ea typeface="Calibri" panose="020F0502020204030204"/>
                          <a:cs typeface="Calibri" panose="020F0502020204030204"/>
                        </a:rPr>
                        <a:t>5.35%</a:t>
                      </a:r>
                      <a:endParaRPr sz="1100" b="0" i="0">
                        <a:solidFill>
                          <a:srgbClr val="000000"/>
                        </a:solidFill>
                        <a:latin typeface="Calibri" panose="020F0502020204030204"/>
                        <a:ea typeface="Calibri" panose="020F0502020204030204"/>
                        <a:cs typeface="Calibri" panose="020F0502020204030204"/>
                      </a:endParaRPr>
                    </a:p>
                  </a:txBody>
                  <a:tcPr marL="7937" marR="7937" marT="7937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sz="1100" b="0" i="0">
                          <a:solidFill>
                            <a:srgbClr val="000000"/>
                          </a:solidFill>
                          <a:latin typeface="Calibri" panose="020F0502020204030204"/>
                          <a:ea typeface="Calibri" panose="020F0502020204030204"/>
                          <a:cs typeface="Calibri" panose="020F0502020204030204"/>
                        </a:rPr>
                        <a:t>2.63</a:t>
                      </a:r>
                      <a:endParaRPr sz="1100" b="0" i="0">
                        <a:solidFill>
                          <a:srgbClr val="000000"/>
                        </a:solidFill>
                        <a:latin typeface="Calibri" panose="020F0502020204030204"/>
                        <a:ea typeface="Calibri" panose="020F0502020204030204"/>
                        <a:cs typeface="Calibri" panose="020F0502020204030204"/>
                      </a:endParaRPr>
                    </a:p>
                  </a:txBody>
                  <a:tcPr marL="7937" marR="7937" marT="7937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sz="1100" b="0" i="0">
                          <a:solidFill>
                            <a:srgbClr val="000000"/>
                          </a:solidFill>
                          <a:latin typeface="Calibri" panose="020F0502020204030204"/>
                          <a:ea typeface="Calibri" panose="020F0502020204030204"/>
                          <a:cs typeface="Calibri" panose="020F0502020204030204"/>
                        </a:rPr>
                        <a:t>70.98</a:t>
                      </a:r>
                      <a:endParaRPr sz="1100" b="0" i="0">
                        <a:solidFill>
                          <a:srgbClr val="000000"/>
                        </a:solidFill>
                        <a:latin typeface="Calibri" panose="020F0502020204030204"/>
                        <a:ea typeface="Calibri" panose="020F0502020204030204"/>
                        <a:cs typeface="Calibri" panose="020F0502020204030204"/>
                      </a:endParaRPr>
                    </a:p>
                  </a:txBody>
                  <a:tcPr marL="7937" marR="7937" marT="7937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sz="1100" b="0" i="0">
                          <a:solidFill>
                            <a:srgbClr val="000000"/>
                          </a:solidFill>
                          <a:latin typeface="Calibri" panose="020F0502020204030204"/>
                          <a:ea typeface="Calibri" panose="020F0502020204030204"/>
                          <a:cs typeface="Calibri" panose="020F0502020204030204"/>
                        </a:rPr>
                        <a:t>0.00</a:t>
                      </a:r>
                      <a:endParaRPr sz="1100" b="0" i="0">
                        <a:solidFill>
                          <a:srgbClr val="000000"/>
                        </a:solidFill>
                        <a:latin typeface="Calibri" panose="020F0502020204030204"/>
                        <a:ea typeface="Calibri" panose="020F0502020204030204"/>
                        <a:cs typeface="Calibri" panose="020F0502020204030204"/>
                      </a:endParaRPr>
                    </a:p>
                  </a:txBody>
                  <a:tcPr marL="7937" marR="7937" marT="7937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sz="1100" b="0" i="0">
                          <a:solidFill>
                            <a:srgbClr val="000000"/>
                          </a:solidFill>
                          <a:latin typeface="Calibri" panose="020F0502020204030204"/>
                          <a:ea typeface="Calibri" panose="020F0502020204030204"/>
                          <a:cs typeface="Calibri" panose="020F0502020204030204"/>
                        </a:rPr>
                        <a:t>—</a:t>
                      </a:r>
                      <a:endParaRPr sz="1100" b="0" i="0">
                        <a:solidFill>
                          <a:srgbClr val="000000"/>
                        </a:solidFill>
                        <a:latin typeface="Calibri" panose="020F0502020204030204"/>
                        <a:ea typeface="Calibri" panose="020F0502020204030204"/>
                        <a:cs typeface="Calibri" panose="020F0502020204030204"/>
                      </a:endParaRPr>
                    </a:p>
                  </a:txBody>
                  <a:tcPr marL="7937" marR="7937" marT="7937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sz="1100" b="0" i="0">
                          <a:solidFill>
                            <a:srgbClr val="000000"/>
                          </a:solidFill>
                          <a:latin typeface="Calibri" panose="020F0502020204030204"/>
                          <a:ea typeface="Calibri" panose="020F0502020204030204"/>
                          <a:cs typeface="Calibri" panose="020F0502020204030204"/>
                        </a:rPr>
                        <a:t>0.00%</a:t>
                      </a:r>
                      <a:endParaRPr sz="1100" b="0" i="0">
                        <a:solidFill>
                          <a:srgbClr val="000000"/>
                        </a:solidFill>
                        <a:latin typeface="Calibri" panose="020F0502020204030204"/>
                        <a:ea typeface="Calibri" panose="020F0502020204030204"/>
                        <a:cs typeface="Calibri" panose="020F0502020204030204"/>
                      </a:endParaRPr>
                    </a:p>
                  </a:txBody>
                  <a:tcPr marL="7937" marR="7937" marT="7937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sz="1100" b="0" i="0">
                          <a:solidFill>
                            <a:srgbClr val="000000"/>
                          </a:solidFill>
                          <a:latin typeface="Calibri" panose="020F0502020204030204"/>
                          <a:ea typeface="Calibri" panose="020F0502020204030204"/>
                          <a:cs typeface="Calibri" panose="020F0502020204030204"/>
                        </a:rPr>
                        <a:t>140.55</a:t>
                      </a:r>
                      <a:endParaRPr sz="1100" b="0" i="0">
                        <a:solidFill>
                          <a:srgbClr val="000000"/>
                        </a:solidFill>
                        <a:latin typeface="Calibri" panose="020F0502020204030204"/>
                        <a:ea typeface="Calibri" panose="020F0502020204030204"/>
                        <a:cs typeface="Calibri" panose="020F0502020204030204"/>
                      </a:endParaRPr>
                    </a:p>
                  </a:txBody>
                  <a:tcPr marL="7937" marR="7937" marT="7937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</a:tr>
              <a:tr h="182880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100" b="0" i="0">
                          <a:solidFill>
                            <a:srgbClr val="000000"/>
                          </a:solidFill>
                          <a:latin typeface="Calibri" panose="020F0502020204030204"/>
                          <a:ea typeface="Calibri" panose="020F0502020204030204"/>
                          <a:cs typeface="Calibri" panose="020F0502020204030204"/>
                        </a:rPr>
                        <a:t>custom foam cases</a:t>
                      </a:r>
                      <a:endParaRPr sz="1100" b="0" i="0">
                        <a:solidFill>
                          <a:srgbClr val="000000"/>
                        </a:solidFill>
                        <a:latin typeface="Calibri" panose="020F0502020204030204"/>
                        <a:ea typeface="Calibri" panose="020F0502020204030204"/>
                        <a:cs typeface="Calibri" panose="020F0502020204030204"/>
                      </a:endParaRPr>
                    </a:p>
                  </a:txBody>
                  <a:tcPr marL="7937" marR="7937" marT="7937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100" b="0" i="0">
                          <a:solidFill>
                            <a:srgbClr val="000000"/>
                          </a:solidFill>
                          <a:latin typeface="Calibri" panose="020F0502020204030204"/>
                          <a:ea typeface="Calibri" panose="020F0502020204030204"/>
                          <a:cs typeface="Calibri" panose="020F0502020204030204"/>
                        </a:rPr>
                        <a:t>Broad match</a:t>
                      </a:r>
                      <a:endParaRPr sz="1100" b="0" i="0">
                        <a:solidFill>
                          <a:srgbClr val="000000"/>
                        </a:solidFill>
                        <a:latin typeface="Calibri" panose="020F0502020204030204"/>
                        <a:ea typeface="Calibri" panose="020F0502020204030204"/>
                        <a:cs typeface="Calibri" panose="020F0502020204030204"/>
                      </a:endParaRPr>
                    </a:p>
                  </a:txBody>
                  <a:tcPr marL="7937" marR="7937" marT="7937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100" b="0" i="0">
                          <a:solidFill>
                            <a:srgbClr val="000000"/>
                          </a:solidFill>
                          <a:latin typeface="Calibri" panose="020F0502020204030204"/>
                          <a:ea typeface="Calibri" panose="020F0502020204030204"/>
                          <a:cs typeface="Calibri" panose="020F0502020204030204"/>
                        </a:rPr>
                        <a:t>san diego</a:t>
                      </a:r>
                      <a:endParaRPr sz="1100" b="0" i="0">
                        <a:solidFill>
                          <a:srgbClr val="000000"/>
                        </a:solidFill>
                        <a:latin typeface="Calibri" panose="020F0502020204030204"/>
                        <a:ea typeface="Calibri" panose="020F0502020204030204"/>
                        <a:cs typeface="Calibri" panose="020F0502020204030204"/>
                      </a:endParaRPr>
                    </a:p>
                  </a:txBody>
                  <a:tcPr marL="7937" marR="7937" marT="7937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sz="1100" b="0" i="0">
                          <a:solidFill>
                            <a:srgbClr val="000000"/>
                          </a:solidFill>
                          <a:latin typeface="Calibri" panose="020F0502020204030204"/>
                          <a:ea typeface="Calibri" panose="020F0502020204030204"/>
                          <a:cs typeface="Calibri" panose="020F0502020204030204"/>
                        </a:rPr>
                        <a:t>13</a:t>
                      </a:r>
                      <a:endParaRPr sz="1100" b="0" i="0">
                        <a:solidFill>
                          <a:srgbClr val="000000"/>
                        </a:solidFill>
                        <a:latin typeface="Calibri" panose="020F0502020204030204"/>
                        <a:ea typeface="Calibri" panose="020F0502020204030204"/>
                        <a:cs typeface="Calibri" panose="020F0502020204030204"/>
                      </a:endParaRPr>
                    </a:p>
                  </a:txBody>
                  <a:tcPr marL="7937" marR="7937" marT="7937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sz="1100" b="0" i="0">
                          <a:solidFill>
                            <a:srgbClr val="000000"/>
                          </a:solidFill>
                          <a:latin typeface="Calibri" panose="020F0502020204030204"/>
                          <a:ea typeface="Calibri" panose="020F0502020204030204"/>
                          <a:cs typeface="Calibri" panose="020F0502020204030204"/>
                        </a:rPr>
                        <a:t>242</a:t>
                      </a:r>
                      <a:endParaRPr sz="1100" b="0" i="0">
                        <a:solidFill>
                          <a:srgbClr val="000000"/>
                        </a:solidFill>
                        <a:latin typeface="Calibri" panose="020F0502020204030204"/>
                        <a:ea typeface="Calibri" panose="020F0502020204030204"/>
                        <a:cs typeface="Calibri" panose="020F0502020204030204"/>
                      </a:endParaRPr>
                    </a:p>
                  </a:txBody>
                  <a:tcPr marL="7937" marR="7937" marT="7937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sz="1100" b="0" i="0">
                          <a:solidFill>
                            <a:srgbClr val="000000"/>
                          </a:solidFill>
                          <a:latin typeface="Calibri" panose="020F0502020204030204"/>
                          <a:ea typeface="Calibri" panose="020F0502020204030204"/>
                          <a:cs typeface="Calibri" panose="020F0502020204030204"/>
                        </a:rPr>
                        <a:t>5.37%</a:t>
                      </a:r>
                      <a:endParaRPr sz="1100" b="0" i="0">
                        <a:solidFill>
                          <a:srgbClr val="000000"/>
                        </a:solidFill>
                        <a:latin typeface="Calibri" panose="020F0502020204030204"/>
                        <a:ea typeface="Calibri" panose="020F0502020204030204"/>
                        <a:cs typeface="Calibri" panose="020F0502020204030204"/>
                      </a:endParaRPr>
                    </a:p>
                  </a:txBody>
                  <a:tcPr marL="7937" marR="7937" marT="7937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sz="1100" b="0" i="0">
                          <a:solidFill>
                            <a:srgbClr val="000000"/>
                          </a:solidFill>
                          <a:latin typeface="Calibri" panose="020F0502020204030204"/>
                          <a:ea typeface="Calibri" panose="020F0502020204030204"/>
                          <a:cs typeface="Calibri" panose="020F0502020204030204"/>
                        </a:rPr>
                        <a:t>5.18</a:t>
                      </a:r>
                      <a:endParaRPr sz="1100" b="0" i="0">
                        <a:solidFill>
                          <a:srgbClr val="000000"/>
                        </a:solidFill>
                        <a:latin typeface="Calibri" panose="020F0502020204030204"/>
                        <a:ea typeface="Calibri" panose="020F0502020204030204"/>
                        <a:cs typeface="Calibri" panose="020F0502020204030204"/>
                      </a:endParaRPr>
                    </a:p>
                  </a:txBody>
                  <a:tcPr marL="7937" marR="7937" marT="7937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sz="1100" b="0" i="0">
                          <a:solidFill>
                            <a:srgbClr val="000000"/>
                          </a:solidFill>
                          <a:latin typeface="Calibri" panose="020F0502020204030204"/>
                          <a:ea typeface="Calibri" panose="020F0502020204030204"/>
                          <a:cs typeface="Calibri" panose="020F0502020204030204"/>
                        </a:rPr>
                        <a:t>67.36</a:t>
                      </a:r>
                      <a:endParaRPr sz="1100" b="0" i="0">
                        <a:solidFill>
                          <a:srgbClr val="000000"/>
                        </a:solidFill>
                        <a:latin typeface="Calibri" panose="020F0502020204030204"/>
                        <a:ea typeface="Calibri" panose="020F0502020204030204"/>
                        <a:cs typeface="Calibri" panose="020F0502020204030204"/>
                      </a:endParaRPr>
                    </a:p>
                  </a:txBody>
                  <a:tcPr marL="7937" marR="7937" marT="7937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sz="1100" b="0" i="0">
                          <a:solidFill>
                            <a:srgbClr val="000000"/>
                          </a:solidFill>
                          <a:latin typeface="Calibri" panose="020F0502020204030204"/>
                          <a:ea typeface="Calibri" panose="020F0502020204030204"/>
                          <a:cs typeface="Calibri" panose="020F0502020204030204"/>
                        </a:rPr>
                        <a:t>0.00</a:t>
                      </a:r>
                      <a:endParaRPr sz="1100" b="0" i="0">
                        <a:solidFill>
                          <a:srgbClr val="000000"/>
                        </a:solidFill>
                        <a:latin typeface="Calibri" panose="020F0502020204030204"/>
                        <a:ea typeface="Calibri" panose="020F0502020204030204"/>
                        <a:cs typeface="Calibri" panose="020F0502020204030204"/>
                      </a:endParaRPr>
                    </a:p>
                  </a:txBody>
                  <a:tcPr marL="7937" marR="7937" marT="7937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sz="1100" b="0" i="0">
                          <a:solidFill>
                            <a:srgbClr val="000000"/>
                          </a:solidFill>
                          <a:latin typeface="Calibri" panose="020F0502020204030204"/>
                          <a:ea typeface="Calibri" panose="020F0502020204030204"/>
                          <a:cs typeface="Calibri" panose="020F0502020204030204"/>
                        </a:rPr>
                        <a:t>—</a:t>
                      </a:r>
                      <a:endParaRPr sz="1100" b="0" i="0">
                        <a:solidFill>
                          <a:srgbClr val="000000"/>
                        </a:solidFill>
                        <a:latin typeface="Calibri" panose="020F0502020204030204"/>
                        <a:ea typeface="Calibri" panose="020F0502020204030204"/>
                        <a:cs typeface="Calibri" panose="020F0502020204030204"/>
                      </a:endParaRPr>
                    </a:p>
                  </a:txBody>
                  <a:tcPr marL="7937" marR="7937" marT="7937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sz="1100" b="0" i="0">
                          <a:solidFill>
                            <a:srgbClr val="000000"/>
                          </a:solidFill>
                          <a:latin typeface="Calibri" panose="020F0502020204030204"/>
                          <a:ea typeface="Calibri" panose="020F0502020204030204"/>
                          <a:cs typeface="Calibri" panose="020F0502020204030204"/>
                        </a:rPr>
                        <a:t>0.00%</a:t>
                      </a:r>
                      <a:endParaRPr sz="1100" b="0" i="0">
                        <a:solidFill>
                          <a:srgbClr val="000000"/>
                        </a:solidFill>
                        <a:latin typeface="Calibri" panose="020F0502020204030204"/>
                        <a:ea typeface="Calibri" panose="020F0502020204030204"/>
                        <a:cs typeface="Calibri" panose="020F0502020204030204"/>
                      </a:endParaRPr>
                    </a:p>
                  </a:txBody>
                  <a:tcPr marL="7937" marR="7937" marT="7937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sz="1100" b="0" i="0">
                          <a:solidFill>
                            <a:srgbClr val="000000"/>
                          </a:solidFill>
                          <a:latin typeface="Calibri" panose="020F0502020204030204"/>
                          <a:ea typeface="Calibri" panose="020F0502020204030204"/>
                          <a:cs typeface="Calibri" panose="020F0502020204030204"/>
                        </a:rPr>
                        <a:t>278.35</a:t>
                      </a:r>
                      <a:endParaRPr sz="1100" b="0" i="0">
                        <a:solidFill>
                          <a:srgbClr val="000000"/>
                        </a:solidFill>
                        <a:latin typeface="Calibri" panose="020F0502020204030204"/>
                        <a:ea typeface="Calibri" panose="020F0502020204030204"/>
                        <a:cs typeface="Calibri" panose="020F0502020204030204"/>
                      </a:endParaRPr>
                    </a:p>
                  </a:txBody>
                  <a:tcPr marL="7937" marR="7937" marT="7937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</a:tr>
              <a:tr h="182880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100" b="0" i="0">
                          <a:solidFill>
                            <a:srgbClr val="000000"/>
                          </a:solidFill>
                          <a:latin typeface="Calibri" panose="020F0502020204030204"/>
                          <a:ea typeface="Calibri" panose="020F0502020204030204"/>
                          <a:cs typeface="Calibri" panose="020F0502020204030204"/>
                        </a:rPr>
                        <a:t>protector case</a:t>
                      </a:r>
                      <a:endParaRPr sz="1100" b="0" i="0">
                        <a:solidFill>
                          <a:srgbClr val="000000"/>
                        </a:solidFill>
                        <a:latin typeface="Calibri" panose="020F0502020204030204"/>
                        <a:ea typeface="Calibri" panose="020F0502020204030204"/>
                        <a:cs typeface="Calibri" panose="020F0502020204030204"/>
                      </a:endParaRPr>
                    </a:p>
                  </a:txBody>
                  <a:tcPr marL="7937" marR="7937" marT="7937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100" b="0" i="0">
                          <a:solidFill>
                            <a:srgbClr val="000000"/>
                          </a:solidFill>
                          <a:latin typeface="Calibri" panose="020F0502020204030204"/>
                          <a:ea typeface="Calibri" panose="020F0502020204030204"/>
                          <a:cs typeface="Calibri" panose="020F0502020204030204"/>
                        </a:rPr>
                        <a:t>Broad match</a:t>
                      </a:r>
                      <a:endParaRPr sz="1100" b="0" i="0">
                        <a:solidFill>
                          <a:srgbClr val="000000"/>
                        </a:solidFill>
                        <a:latin typeface="Calibri" panose="020F0502020204030204"/>
                        <a:ea typeface="Calibri" panose="020F0502020204030204"/>
                        <a:cs typeface="Calibri" panose="020F0502020204030204"/>
                      </a:endParaRPr>
                    </a:p>
                  </a:txBody>
                  <a:tcPr marL="7937" marR="7937" marT="7937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100" b="0" i="0">
                          <a:solidFill>
                            <a:srgbClr val="000000"/>
                          </a:solidFill>
                          <a:latin typeface="Calibri" panose="020F0502020204030204"/>
                          <a:ea typeface="Calibri" panose="020F0502020204030204"/>
                          <a:cs typeface="Calibri" panose="020F0502020204030204"/>
                        </a:rPr>
                        <a:t>ontario</a:t>
                      </a:r>
                      <a:endParaRPr sz="1100" b="0" i="0">
                        <a:solidFill>
                          <a:srgbClr val="000000"/>
                        </a:solidFill>
                        <a:latin typeface="Calibri" panose="020F0502020204030204"/>
                        <a:ea typeface="Calibri" panose="020F0502020204030204"/>
                        <a:cs typeface="Calibri" panose="020F0502020204030204"/>
                      </a:endParaRPr>
                    </a:p>
                  </a:txBody>
                  <a:tcPr marL="7937" marR="7937" marT="7937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sz="1100" b="0" i="0">
                          <a:solidFill>
                            <a:srgbClr val="000000"/>
                          </a:solidFill>
                          <a:latin typeface="Calibri" panose="020F0502020204030204"/>
                          <a:ea typeface="Calibri" panose="020F0502020204030204"/>
                          <a:cs typeface="Calibri" panose="020F0502020204030204"/>
                        </a:rPr>
                        <a:t>7</a:t>
                      </a:r>
                      <a:endParaRPr sz="1100" b="0" i="0">
                        <a:solidFill>
                          <a:srgbClr val="000000"/>
                        </a:solidFill>
                        <a:latin typeface="Calibri" panose="020F0502020204030204"/>
                        <a:ea typeface="Calibri" panose="020F0502020204030204"/>
                        <a:cs typeface="Calibri" panose="020F0502020204030204"/>
                      </a:endParaRPr>
                    </a:p>
                  </a:txBody>
                  <a:tcPr marL="7937" marR="7937" marT="7937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sz="1100" b="0" i="0">
                          <a:solidFill>
                            <a:srgbClr val="000000"/>
                          </a:solidFill>
                          <a:latin typeface="Calibri" panose="020F0502020204030204"/>
                          <a:ea typeface="Calibri" panose="020F0502020204030204"/>
                          <a:cs typeface="Calibri" panose="020F0502020204030204"/>
                        </a:rPr>
                        <a:t>213</a:t>
                      </a:r>
                      <a:endParaRPr sz="1100" b="0" i="0">
                        <a:solidFill>
                          <a:srgbClr val="000000"/>
                        </a:solidFill>
                        <a:latin typeface="Calibri" panose="020F0502020204030204"/>
                        <a:ea typeface="Calibri" panose="020F0502020204030204"/>
                        <a:cs typeface="Calibri" panose="020F0502020204030204"/>
                      </a:endParaRPr>
                    </a:p>
                  </a:txBody>
                  <a:tcPr marL="7937" marR="7937" marT="7937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sz="1100" b="0" i="0">
                          <a:solidFill>
                            <a:srgbClr val="000000"/>
                          </a:solidFill>
                          <a:latin typeface="Calibri" panose="020F0502020204030204"/>
                          <a:ea typeface="Calibri" panose="020F0502020204030204"/>
                          <a:cs typeface="Calibri" panose="020F0502020204030204"/>
                        </a:rPr>
                        <a:t>3.29%</a:t>
                      </a:r>
                      <a:endParaRPr sz="1100" b="0" i="0">
                        <a:solidFill>
                          <a:srgbClr val="000000"/>
                        </a:solidFill>
                        <a:latin typeface="Calibri" panose="020F0502020204030204"/>
                        <a:ea typeface="Calibri" panose="020F0502020204030204"/>
                        <a:cs typeface="Calibri" panose="020F0502020204030204"/>
                      </a:endParaRPr>
                    </a:p>
                  </a:txBody>
                  <a:tcPr marL="7937" marR="7937" marT="7937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sz="1100" b="0" i="0">
                          <a:solidFill>
                            <a:srgbClr val="000000"/>
                          </a:solidFill>
                          <a:latin typeface="Calibri" panose="020F0502020204030204"/>
                          <a:ea typeface="Calibri" panose="020F0502020204030204"/>
                          <a:cs typeface="Calibri" panose="020F0502020204030204"/>
                        </a:rPr>
                        <a:t>3.73</a:t>
                      </a:r>
                      <a:endParaRPr sz="1100" b="0" i="0">
                        <a:solidFill>
                          <a:srgbClr val="000000"/>
                        </a:solidFill>
                        <a:latin typeface="Calibri" panose="020F0502020204030204"/>
                        <a:ea typeface="Calibri" panose="020F0502020204030204"/>
                        <a:cs typeface="Calibri" panose="020F0502020204030204"/>
                      </a:endParaRPr>
                    </a:p>
                  </a:txBody>
                  <a:tcPr marL="7937" marR="7937" marT="7937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sz="1100" b="0" i="0">
                          <a:solidFill>
                            <a:srgbClr val="000000"/>
                          </a:solidFill>
                          <a:latin typeface="Calibri" panose="020F0502020204030204"/>
                          <a:ea typeface="Calibri" panose="020F0502020204030204"/>
                          <a:cs typeface="Calibri" panose="020F0502020204030204"/>
                        </a:rPr>
                        <a:t>26.12</a:t>
                      </a:r>
                      <a:endParaRPr sz="1100" b="0" i="0">
                        <a:solidFill>
                          <a:srgbClr val="000000"/>
                        </a:solidFill>
                        <a:latin typeface="Calibri" panose="020F0502020204030204"/>
                        <a:ea typeface="Calibri" panose="020F0502020204030204"/>
                        <a:cs typeface="Calibri" panose="020F0502020204030204"/>
                      </a:endParaRPr>
                    </a:p>
                  </a:txBody>
                  <a:tcPr marL="7937" marR="7937" marT="7937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sz="1100" b="0" i="0">
                          <a:solidFill>
                            <a:srgbClr val="000000"/>
                          </a:solidFill>
                          <a:latin typeface="Calibri" panose="020F0502020204030204"/>
                          <a:ea typeface="Calibri" panose="020F0502020204030204"/>
                          <a:cs typeface="Calibri" panose="020F0502020204030204"/>
                        </a:rPr>
                        <a:t>0.00</a:t>
                      </a:r>
                      <a:endParaRPr sz="1100" b="0" i="0">
                        <a:solidFill>
                          <a:srgbClr val="000000"/>
                        </a:solidFill>
                        <a:latin typeface="Calibri" panose="020F0502020204030204"/>
                        <a:ea typeface="Calibri" panose="020F0502020204030204"/>
                        <a:cs typeface="Calibri" panose="020F0502020204030204"/>
                      </a:endParaRPr>
                    </a:p>
                  </a:txBody>
                  <a:tcPr marL="7937" marR="7937" marT="7937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sz="1100" b="0" i="0">
                          <a:solidFill>
                            <a:srgbClr val="000000"/>
                          </a:solidFill>
                          <a:latin typeface="Calibri" panose="020F0502020204030204"/>
                          <a:ea typeface="Calibri" panose="020F0502020204030204"/>
                          <a:cs typeface="Calibri" panose="020F0502020204030204"/>
                        </a:rPr>
                        <a:t>—</a:t>
                      </a:r>
                      <a:endParaRPr sz="1100" b="0" i="0">
                        <a:solidFill>
                          <a:srgbClr val="000000"/>
                        </a:solidFill>
                        <a:latin typeface="Calibri" panose="020F0502020204030204"/>
                        <a:ea typeface="Calibri" panose="020F0502020204030204"/>
                        <a:cs typeface="Calibri" panose="020F0502020204030204"/>
                      </a:endParaRPr>
                    </a:p>
                  </a:txBody>
                  <a:tcPr marL="7937" marR="7937" marT="7937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sz="1100" b="0" i="0">
                          <a:solidFill>
                            <a:srgbClr val="000000"/>
                          </a:solidFill>
                          <a:latin typeface="Calibri" panose="020F0502020204030204"/>
                          <a:ea typeface="Calibri" panose="020F0502020204030204"/>
                          <a:cs typeface="Calibri" panose="020F0502020204030204"/>
                        </a:rPr>
                        <a:t>0.00%</a:t>
                      </a:r>
                      <a:endParaRPr sz="1100" b="0" i="0">
                        <a:solidFill>
                          <a:srgbClr val="000000"/>
                        </a:solidFill>
                        <a:latin typeface="Calibri" panose="020F0502020204030204"/>
                        <a:ea typeface="Calibri" panose="020F0502020204030204"/>
                        <a:cs typeface="Calibri" panose="020F0502020204030204"/>
                      </a:endParaRPr>
                    </a:p>
                  </a:txBody>
                  <a:tcPr marL="7937" marR="7937" marT="7937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sz="1100" b="0" i="0">
                          <a:solidFill>
                            <a:srgbClr val="000000"/>
                          </a:solidFill>
                          <a:latin typeface="Calibri" panose="020F0502020204030204"/>
                          <a:ea typeface="Calibri" panose="020F0502020204030204"/>
                          <a:cs typeface="Calibri" panose="020F0502020204030204"/>
                        </a:rPr>
                        <a:t>122.63</a:t>
                      </a:r>
                      <a:endParaRPr sz="1100" b="0" i="0">
                        <a:solidFill>
                          <a:srgbClr val="000000"/>
                        </a:solidFill>
                        <a:latin typeface="Calibri" panose="020F0502020204030204"/>
                        <a:ea typeface="Calibri" panose="020F0502020204030204"/>
                        <a:cs typeface="Calibri" panose="020F0502020204030204"/>
                      </a:endParaRPr>
                    </a:p>
                  </a:txBody>
                  <a:tcPr marL="7937" marR="7937" marT="7937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</a:tr>
              <a:tr h="182880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100" b="0" i="0">
                          <a:solidFill>
                            <a:srgbClr val="000000"/>
                          </a:solidFill>
                          <a:latin typeface="Calibri" panose="020F0502020204030204"/>
                          <a:ea typeface="Calibri" panose="020F0502020204030204"/>
                          <a:cs typeface="Calibri" panose="020F0502020204030204"/>
                        </a:rPr>
                        <a:t>gun cases</a:t>
                      </a:r>
                      <a:endParaRPr sz="1100" b="0" i="0">
                        <a:solidFill>
                          <a:srgbClr val="000000"/>
                        </a:solidFill>
                        <a:latin typeface="Calibri" panose="020F0502020204030204"/>
                        <a:ea typeface="Calibri" panose="020F0502020204030204"/>
                        <a:cs typeface="Calibri" panose="020F0502020204030204"/>
                      </a:endParaRPr>
                    </a:p>
                  </a:txBody>
                  <a:tcPr marL="7937" marR="7937" marT="7937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100" b="0" i="0">
                          <a:solidFill>
                            <a:srgbClr val="000000"/>
                          </a:solidFill>
                          <a:latin typeface="Calibri" panose="020F0502020204030204"/>
                          <a:ea typeface="Calibri" panose="020F0502020204030204"/>
                          <a:cs typeface="Calibri" panose="020F0502020204030204"/>
                        </a:rPr>
                        <a:t>Broad match</a:t>
                      </a:r>
                      <a:endParaRPr sz="1100" b="0" i="0">
                        <a:solidFill>
                          <a:srgbClr val="000000"/>
                        </a:solidFill>
                        <a:latin typeface="Calibri" panose="020F0502020204030204"/>
                        <a:ea typeface="Calibri" panose="020F0502020204030204"/>
                        <a:cs typeface="Calibri" panose="020F0502020204030204"/>
                      </a:endParaRPr>
                    </a:p>
                  </a:txBody>
                  <a:tcPr marL="7937" marR="7937" marT="7937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100" b="0" i="0">
                          <a:solidFill>
                            <a:srgbClr val="000000"/>
                          </a:solidFill>
                          <a:latin typeface="Calibri" panose="020F0502020204030204"/>
                          <a:ea typeface="Calibri" panose="020F0502020204030204"/>
                          <a:cs typeface="Calibri" panose="020F0502020204030204"/>
                        </a:rPr>
                        <a:t>ontario</a:t>
                      </a:r>
                      <a:endParaRPr sz="1100" b="0" i="0">
                        <a:solidFill>
                          <a:srgbClr val="000000"/>
                        </a:solidFill>
                        <a:latin typeface="Calibri" panose="020F0502020204030204"/>
                        <a:ea typeface="Calibri" panose="020F0502020204030204"/>
                        <a:cs typeface="Calibri" panose="020F0502020204030204"/>
                      </a:endParaRPr>
                    </a:p>
                  </a:txBody>
                  <a:tcPr marL="7937" marR="7937" marT="7937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sz="1100" b="0" i="0">
                          <a:solidFill>
                            <a:srgbClr val="000000"/>
                          </a:solidFill>
                          <a:latin typeface="Calibri" panose="020F0502020204030204"/>
                          <a:ea typeface="Calibri" panose="020F0502020204030204"/>
                          <a:cs typeface="Calibri" panose="020F0502020204030204"/>
                        </a:rPr>
                        <a:t>3</a:t>
                      </a:r>
                      <a:endParaRPr sz="1100" b="0" i="0">
                        <a:solidFill>
                          <a:srgbClr val="000000"/>
                        </a:solidFill>
                        <a:latin typeface="Calibri" panose="020F0502020204030204"/>
                        <a:ea typeface="Calibri" panose="020F0502020204030204"/>
                        <a:cs typeface="Calibri" panose="020F0502020204030204"/>
                      </a:endParaRPr>
                    </a:p>
                  </a:txBody>
                  <a:tcPr marL="7937" marR="7937" marT="7937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sz="1100" b="0" i="0">
                          <a:solidFill>
                            <a:srgbClr val="000000"/>
                          </a:solidFill>
                          <a:latin typeface="Calibri" panose="020F0502020204030204"/>
                          <a:ea typeface="Calibri" panose="020F0502020204030204"/>
                          <a:cs typeface="Calibri" panose="020F0502020204030204"/>
                        </a:rPr>
                        <a:t>40</a:t>
                      </a:r>
                      <a:endParaRPr sz="1100" b="0" i="0">
                        <a:solidFill>
                          <a:srgbClr val="000000"/>
                        </a:solidFill>
                        <a:latin typeface="Calibri" panose="020F0502020204030204"/>
                        <a:ea typeface="Calibri" panose="020F0502020204030204"/>
                        <a:cs typeface="Calibri" panose="020F0502020204030204"/>
                      </a:endParaRPr>
                    </a:p>
                  </a:txBody>
                  <a:tcPr marL="7937" marR="7937" marT="7937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sz="1100" b="0" i="0">
                          <a:solidFill>
                            <a:srgbClr val="000000"/>
                          </a:solidFill>
                          <a:latin typeface="Calibri" panose="020F0502020204030204"/>
                          <a:ea typeface="Calibri" panose="020F0502020204030204"/>
                          <a:cs typeface="Calibri" panose="020F0502020204030204"/>
                        </a:rPr>
                        <a:t>7.50%</a:t>
                      </a:r>
                      <a:endParaRPr sz="1100" b="0" i="0">
                        <a:solidFill>
                          <a:srgbClr val="000000"/>
                        </a:solidFill>
                        <a:latin typeface="Calibri" panose="020F0502020204030204"/>
                        <a:ea typeface="Calibri" panose="020F0502020204030204"/>
                        <a:cs typeface="Calibri" panose="020F0502020204030204"/>
                      </a:endParaRPr>
                    </a:p>
                  </a:txBody>
                  <a:tcPr marL="7937" marR="7937" marT="7937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sz="1100" b="0" i="0">
                          <a:solidFill>
                            <a:srgbClr val="000000"/>
                          </a:solidFill>
                          <a:latin typeface="Calibri" panose="020F0502020204030204"/>
                          <a:ea typeface="Calibri" panose="020F0502020204030204"/>
                          <a:cs typeface="Calibri" panose="020F0502020204030204"/>
                        </a:rPr>
                        <a:t>4.16</a:t>
                      </a:r>
                      <a:endParaRPr sz="1100" b="0" i="0">
                        <a:solidFill>
                          <a:srgbClr val="000000"/>
                        </a:solidFill>
                        <a:latin typeface="Calibri" panose="020F0502020204030204"/>
                        <a:ea typeface="Calibri" panose="020F0502020204030204"/>
                        <a:cs typeface="Calibri" panose="020F0502020204030204"/>
                      </a:endParaRPr>
                    </a:p>
                  </a:txBody>
                  <a:tcPr marL="7937" marR="7937" marT="7937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sz="1100" b="0" i="0">
                          <a:solidFill>
                            <a:srgbClr val="000000"/>
                          </a:solidFill>
                          <a:latin typeface="Calibri" panose="020F0502020204030204"/>
                          <a:ea typeface="Calibri" panose="020F0502020204030204"/>
                          <a:cs typeface="Calibri" panose="020F0502020204030204"/>
                        </a:rPr>
                        <a:t>12.47</a:t>
                      </a:r>
                      <a:endParaRPr sz="1100" b="0" i="0">
                        <a:solidFill>
                          <a:srgbClr val="000000"/>
                        </a:solidFill>
                        <a:latin typeface="Calibri" panose="020F0502020204030204"/>
                        <a:ea typeface="Calibri" panose="020F0502020204030204"/>
                        <a:cs typeface="Calibri" panose="020F0502020204030204"/>
                      </a:endParaRPr>
                    </a:p>
                  </a:txBody>
                  <a:tcPr marL="7937" marR="7937" marT="7937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sz="1100" b="0" i="0">
                          <a:solidFill>
                            <a:srgbClr val="000000"/>
                          </a:solidFill>
                          <a:latin typeface="Calibri" panose="020F0502020204030204"/>
                          <a:ea typeface="Calibri" panose="020F0502020204030204"/>
                          <a:cs typeface="Calibri" panose="020F0502020204030204"/>
                        </a:rPr>
                        <a:t>0.00</a:t>
                      </a:r>
                      <a:endParaRPr sz="1100" b="0" i="0">
                        <a:solidFill>
                          <a:srgbClr val="000000"/>
                        </a:solidFill>
                        <a:latin typeface="Calibri" panose="020F0502020204030204"/>
                        <a:ea typeface="Calibri" panose="020F0502020204030204"/>
                        <a:cs typeface="Calibri" panose="020F0502020204030204"/>
                      </a:endParaRPr>
                    </a:p>
                  </a:txBody>
                  <a:tcPr marL="7937" marR="7937" marT="7937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sz="1100" b="0" i="0">
                          <a:solidFill>
                            <a:srgbClr val="000000"/>
                          </a:solidFill>
                          <a:latin typeface="Calibri" panose="020F0502020204030204"/>
                          <a:ea typeface="Calibri" panose="020F0502020204030204"/>
                          <a:cs typeface="Calibri" panose="020F0502020204030204"/>
                        </a:rPr>
                        <a:t>—</a:t>
                      </a:r>
                      <a:endParaRPr sz="1100" b="0" i="0">
                        <a:solidFill>
                          <a:srgbClr val="000000"/>
                        </a:solidFill>
                        <a:latin typeface="Calibri" panose="020F0502020204030204"/>
                        <a:ea typeface="Calibri" panose="020F0502020204030204"/>
                        <a:cs typeface="Calibri" panose="020F0502020204030204"/>
                      </a:endParaRPr>
                    </a:p>
                  </a:txBody>
                  <a:tcPr marL="7937" marR="7937" marT="7937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sz="1100" b="0" i="0">
                          <a:solidFill>
                            <a:srgbClr val="000000"/>
                          </a:solidFill>
                          <a:latin typeface="Calibri" panose="020F0502020204030204"/>
                          <a:ea typeface="Calibri" panose="020F0502020204030204"/>
                          <a:cs typeface="Calibri" panose="020F0502020204030204"/>
                        </a:rPr>
                        <a:t>0.00%</a:t>
                      </a:r>
                      <a:endParaRPr sz="1100" b="0" i="0">
                        <a:solidFill>
                          <a:srgbClr val="000000"/>
                        </a:solidFill>
                        <a:latin typeface="Calibri" panose="020F0502020204030204"/>
                        <a:ea typeface="Calibri" panose="020F0502020204030204"/>
                        <a:cs typeface="Calibri" panose="020F0502020204030204"/>
                      </a:endParaRPr>
                    </a:p>
                  </a:txBody>
                  <a:tcPr marL="7937" marR="7937" marT="7937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sz="1100" b="0" i="0">
                          <a:solidFill>
                            <a:srgbClr val="000000"/>
                          </a:solidFill>
                          <a:latin typeface="Calibri" panose="020F0502020204030204"/>
                          <a:ea typeface="Calibri" panose="020F0502020204030204"/>
                          <a:cs typeface="Calibri" panose="020F0502020204030204"/>
                        </a:rPr>
                        <a:t>311.75</a:t>
                      </a:r>
                      <a:endParaRPr sz="1100" b="0" i="0">
                        <a:solidFill>
                          <a:srgbClr val="000000"/>
                        </a:solidFill>
                        <a:latin typeface="Calibri" panose="020F0502020204030204"/>
                        <a:ea typeface="Calibri" panose="020F0502020204030204"/>
                        <a:cs typeface="Calibri" panose="020F0502020204030204"/>
                      </a:endParaRPr>
                    </a:p>
                  </a:txBody>
                  <a:tcPr marL="7937" marR="7937" marT="7937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330" name="Title 329"/>
          <p:cNvSpPr>
            <a:spLocks noGrp="1"/>
          </p:cNvSpPr>
          <p:nvPr>
            <p:ph type="title"/>
          </p:nvPr>
        </p:nvSpPr>
        <p:spPr/>
        <p:txBody>
          <a:bodyPr vert="horz" wrap="square" lIns="0" tIns="0" rIns="0" bIns="0" anchor="b">
            <a:normAutofit/>
          </a:bodyPr>
          <a:lstStyle>
            <a:lvl1pPr>
              <a:buNone/>
              <a:defRPr>
                <a:latin typeface="+mj-lt"/>
                <a:ea typeface="+mj-lt"/>
                <a:cs typeface="+mj-lt"/>
              </a:defRPr>
            </a:lvl1pPr>
          </a:lstStyle>
          <a:p>
            <a:pPr lvl="0" algn="l">
              <a:buClrTx/>
              <a:buSzTx/>
              <a:buFontTx/>
              <a:buNone/>
            </a:pPr>
            <a:r>
              <a:t>Keyword Analytics: Pelican Group</a:t>
            </a:r>
          </a:p>
        </p:txBody>
      </p:sp>
      <p:sp>
        <p:nvSpPr>
          <p:cNvPr id="2" name="Text Box 1"/>
          <p:cNvSpPr>
            <a:spLocks noGrp="1"/>
          </p:cNvSpPr>
          <p:nvPr/>
        </p:nvSpPr>
        <p:spPr>
          <a:xfrm>
            <a:off x="742315" y="1359535"/>
            <a:ext cx="10272395" cy="28613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1">
                <a:cs typeface="+mn-lt"/>
              </a:rPr>
              <a:t>Top Pelican Keywords</a:t>
            </a:r>
            <a:endParaRPr b="1">
              <a:cs typeface="+mn-lt"/>
            </a:endParaRPr>
          </a:p>
          <a:p>
            <a:r>
              <a:rPr>
                <a:cs typeface="+mn-lt"/>
              </a:rPr>
              <a:t>“custom foam cases” in Ontario led with 5 conversions at $70.51 CPL. “pelican cases” in Ontario added 3 at $118.67. “skb cases” delivered 1 at $21.86, from only 8 clicks.</a:t>
            </a:r>
            <a:endParaRPr>
              <a:cs typeface="+mn-lt"/>
            </a:endParaRPr>
          </a:p>
          <a:p>
            <a:r>
              <a:rPr b="1">
                <a:cs typeface="+mn-lt"/>
              </a:rPr>
              <a:t>Search Intent &amp; Competition</a:t>
            </a:r>
            <a:endParaRPr b="1">
              <a:cs typeface="+mn-lt"/>
            </a:endParaRPr>
          </a:p>
          <a:p>
            <a:r>
              <a:rPr>
                <a:cs typeface="+mn-lt"/>
              </a:rPr>
              <a:t>The strongest converting terms focus on cases and custom foam. Advisor recommends reviewing these themes for expansion. Validate search terms and lead quality before scaling.</a:t>
            </a:r>
            <a:endParaRPr>
              <a:cs typeface="+mn-lt"/>
            </a:endParaRPr>
          </a:p>
          <a:p>
            <a:r>
              <a:rPr b="1">
                <a:cs typeface="+mn-lt"/>
              </a:rPr>
              <a:t>Ad Engagement</a:t>
            </a:r>
            <a:endParaRPr b="1">
              <a:cs typeface="+mn-lt"/>
            </a:endParaRPr>
          </a:p>
          <a:p>
            <a:r>
              <a:rPr>
                <a:cs typeface="+mn-lt"/>
              </a:rPr>
              <a:t>Ontario “custom foam cases” recorded 86 clicks and 5.78% CTR. Ontario “pelican cases” recorded 85 clicks and 4.25% CTR. “skb cases” recorded 3.65% CTR. San Diego case terms spent $138.34 without a conversion this month.</a:t>
            </a:r>
            <a:endParaRPr>
              <a:cs typeface="+mn-lt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5" name="Title 4"/>
          <p:cNvSpPr>
            <a:spLocks noGrp="1"/>
          </p:cNvSpPr>
          <p:nvPr>
            <p:ph type="title"/>
          </p:nvPr>
        </p:nvSpPr>
        <p:spPr/>
        <p:txBody>
          <a:bodyPr vert="horz" wrap="square" lIns="0" tIns="0" rIns="0" bIns="0" anchor="b">
            <a:normAutofit/>
          </a:bodyPr>
          <a:lstStyle>
            <a:lvl1pPr>
              <a:buNone/>
              <a:defRPr>
                <a:latin typeface="+mj-lt"/>
                <a:ea typeface="+mj-lt"/>
                <a:cs typeface="+mj-lt"/>
              </a:defRPr>
            </a:lvl1pPr>
          </a:lstStyle>
          <a:p>
            <a:pPr lvl="0" algn="l">
              <a:buClrTx/>
              <a:buSzTx/>
              <a:buFontTx/>
              <a:buNone/>
            </a:pPr>
            <a:r>
              <a:t>Domain overview: Customcase</a:t>
            </a:r>
          </a:p>
        </p:txBody>
      </p:sp>
      <p:sp>
        <p:nvSpPr>
          <p:cNvPr id="2" name="Text Box 1"/>
          <p:cNvSpPr>
            <a:spLocks noGrp="1"/>
          </p:cNvSpPr>
          <p:nvPr/>
        </p:nvSpPr>
        <p:spPr>
          <a:xfrm>
            <a:off x="657225" y="5005705"/>
            <a:ext cx="10837545" cy="645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/>
              <a:t>Google / cpc supplied 944 of 1,060 new users (89.06%) and 1,055 of 1,195 sessions (88.28%). Direct ranked second for both metrics. Other combines every source outside the top three.</a:t>
            </a:r>
            <a:endParaRPr sz="1200"/>
          </a:p>
        </p:txBody>
      </p:sp>
      <p:graphicFrame>
        <p:nvGraphicFramePr>
          <p:cNvPr id="10" name="Chart 2"/>
          <p:cNvGraphicFramePr/>
          <p:nvPr/>
        </p:nvGraphicFramePr>
        <p:xfrm>
          <a:off x="694690" y="1334770"/>
          <a:ext cx="5345430" cy="3216275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1"/>
          </a:graphicData>
        </a:graphic>
      </p:graphicFrame>
      <p:graphicFrame>
        <p:nvGraphicFramePr>
          <p:cNvPr id="11" name="Chart 3"/>
          <p:cNvGraphicFramePr/>
          <p:nvPr/>
        </p:nvGraphicFramePr>
        <p:xfrm>
          <a:off x="6167120" y="1461770"/>
          <a:ext cx="5345430" cy="3216275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5" name="Title 4"/>
          <p:cNvSpPr>
            <a:spLocks noGrp="1"/>
          </p:cNvSpPr>
          <p:nvPr>
            <p:ph type="title"/>
          </p:nvPr>
        </p:nvSpPr>
        <p:spPr/>
        <p:txBody>
          <a:bodyPr vert="horz" wrap="square" lIns="0" tIns="0" rIns="0" bIns="0" anchor="b">
            <a:normAutofit/>
          </a:bodyPr>
          <a:lstStyle>
            <a:lvl1pPr>
              <a:buNone/>
              <a:defRPr>
                <a:latin typeface="+mj-lt"/>
                <a:ea typeface="+mj-lt"/>
                <a:cs typeface="+mj-lt"/>
              </a:defRPr>
            </a:lvl1pPr>
          </a:lstStyle>
          <a:p>
            <a:pPr lvl="0" algn="l">
              <a:buClrTx/>
              <a:buSzTx/>
              <a:buFontTx/>
              <a:buNone/>
            </a:pPr>
            <a:r>
              <a:t>Age and gender report</a:t>
            </a:r>
          </a:p>
        </p:txBody>
      </p:sp>
      <p:sp>
        <p:nvSpPr>
          <p:cNvPr id="6" name="Text Box 5"/>
          <p:cNvSpPr>
            <a:spLocks noGrp="1"/>
          </p:cNvSpPr>
          <p:nvPr/>
        </p:nvSpPr>
        <p:spPr>
          <a:xfrm>
            <a:off x="6296025" y="1405890"/>
            <a:ext cx="5198745" cy="3308985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r>
              <a:rPr b="1">
                <a:latin typeface="+mn-ea"/>
                <a:ea typeface="+mn-ea"/>
                <a:cs typeface="+mn-ea"/>
              </a:rPr>
              <a:t>Audience engagement</a:t>
            </a:r>
            <a:endParaRPr b="1">
              <a:latin typeface="+mn-ea"/>
              <a:ea typeface="+mn-ea"/>
              <a:cs typeface="+mn-ea"/>
            </a:endParaRPr>
          </a:p>
          <a:p>
            <a:r>
              <a:rPr>
                <a:latin typeface="+mn-ea"/>
                <a:ea typeface="+mn-ea"/>
                <a:cs typeface="+mn-ea"/>
              </a:rPr>
              <a:t>The Gender &amp; Age clicks card shows the strongest engagement among men aged 18–24. Male users also account for the darker cells across most age groups.</a:t>
            </a:r>
            <a:endParaRPr>
              <a:latin typeface="+mn-ea"/>
              <a:ea typeface="+mn-ea"/>
              <a:cs typeface="+mn-ea"/>
            </a:endParaRPr>
          </a:p>
          <a:p>
            <a:r>
              <a:rPr>
                <a:latin typeface="+mn-ea"/>
                <a:ea typeface="+mn-ea"/>
                <a:cs typeface="+mn-ea"/>
              </a:rPr>
              <a:t>Coverage</a:t>
            </a:r>
            <a:endParaRPr>
              <a:latin typeface="+mn-ea"/>
              <a:ea typeface="+mn-ea"/>
              <a:cs typeface="+mn-ea"/>
            </a:endParaRPr>
          </a:p>
          <a:p>
            <a:endParaRPr>
              <a:latin typeface="+mn-ea"/>
              <a:ea typeface="+mn-ea"/>
              <a:cs typeface="+mn-ea"/>
            </a:endParaRPr>
          </a:p>
          <a:p>
            <a:r>
              <a:rPr lang="en-US">
                <a:latin typeface="+mn-ea"/>
                <a:ea typeface="+mn-ea"/>
                <a:cs typeface="+mn-ea"/>
              </a:rPr>
              <a:t>Group 18-24 tributes less to conversion. we will exclude it in next month</a:t>
            </a:r>
            <a:endParaRPr>
              <a:latin typeface="+mn-ea"/>
              <a:ea typeface="+mn-ea"/>
              <a:cs typeface="+mn-ea"/>
            </a:endParaRPr>
          </a:p>
          <a:p>
            <a:endParaRPr>
              <a:latin typeface="+mn-ea"/>
              <a:ea typeface="+mn-ea"/>
              <a:cs typeface="+mn-ea"/>
            </a:endParaRPr>
          </a:p>
        </p:txBody>
      </p:sp>
      <p:pic>
        <p:nvPicPr>
          <p:cNvPr id="10" name="Picture 2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12101" y="1405890"/>
            <a:ext cx="5513809" cy="4429125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5" name="Title 4"/>
          <p:cNvSpPr>
            <a:spLocks noGrp="1"/>
          </p:cNvSpPr>
          <p:nvPr>
            <p:ph type="title"/>
          </p:nvPr>
        </p:nvSpPr>
        <p:spPr/>
        <p:txBody>
          <a:bodyPr vert="horz" wrap="square" lIns="0" tIns="0" rIns="0" bIns="0" anchor="b">
            <a:normAutofit/>
          </a:bodyPr>
          <a:lstStyle>
            <a:lvl1pPr>
              <a:buNone/>
              <a:defRPr>
                <a:latin typeface="+mj-lt"/>
                <a:ea typeface="+mj-lt"/>
                <a:cs typeface="+mj-lt"/>
              </a:defRPr>
            </a:lvl1pPr>
          </a:lstStyle>
          <a:p>
            <a:pPr lvl="0" algn="l">
              <a:buClrTx/>
              <a:buSzTx/>
              <a:buFontTx/>
              <a:buNone/>
            </a:pPr>
            <a:r>
              <a:t>Device Report</a:t>
            </a:r>
          </a:p>
        </p:txBody>
      </p:sp>
      <p:sp>
        <p:nvSpPr>
          <p:cNvPr id="3" name="Text Box 2"/>
          <p:cNvSpPr>
            <a:spLocks noGrp="1"/>
          </p:cNvSpPr>
          <p:nvPr/>
        </p:nvSpPr>
        <p:spPr>
          <a:xfrm>
            <a:off x="6403975" y="1608455"/>
            <a:ext cx="5090160" cy="28613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1"/>
              <a:t>Device performance</a:t>
            </a:r>
            <a:endParaRPr b="1"/>
          </a:p>
          <a:p>
            <a:r>
              <a:t>Computers generated 7 conversions at $136.39 CPL, compared with 6 on mobile at $169.83. Tablets spent $9.01 without a conversion.</a:t>
            </a:r>
          </a:p>
          <a:p>
            <a:r>
              <a:t>Engagement mix</a:t>
            </a:r>
          </a:p>
          <a:p/>
          <a:p>
            <a:r>
              <a:t>Mobile generated 79.1% of clicks but 46.2% of conversions. Computers generated 19.3% of clicks and 53.8% of conversions.</a:t>
            </a:r>
          </a:p>
          <a:p/>
        </p:txBody>
      </p:sp>
      <p:pic>
        <p:nvPicPr>
          <p:cNvPr id="9" name="Picture 1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17636" y="1386840"/>
            <a:ext cx="5650058" cy="4246245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6" name="Title 5"/>
          <p:cNvSpPr>
            <a:spLocks noGrp="1"/>
          </p:cNvSpPr>
          <p:nvPr>
            <p:ph type="title"/>
          </p:nvPr>
        </p:nvSpPr>
        <p:spPr/>
        <p:txBody>
          <a:bodyPr vert="horz" wrap="square" lIns="0" tIns="0" rIns="0" bIns="0" anchor="b">
            <a:normAutofit/>
          </a:bodyPr>
          <a:lstStyle>
            <a:lvl1pPr>
              <a:buNone/>
              <a:defRPr>
                <a:latin typeface="+mj-lt"/>
                <a:ea typeface="+mj-lt"/>
                <a:cs typeface="+mj-lt"/>
              </a:defRPr>
            </a:lvl1pPr>
          </a:lstStyle>
          <a:p>
            <a:pPr lvl="0" algn="l">
              <a:buClrTx/>
              <a:buSzTx/>
              <a:buFontTx/>
              <a:buNone/>
            </a:pPr>
            <a:r>
              <a:t>Ad schedule report</a:t>
            </a:r>
          </a:p>
        </p:txBody>
      </p:sp>
      <p:sp>
        <p:nvSpPr>
          <p:cNvPr id="2" name="Text Box 1"/>
          <p:cNvSpPr>
            <a:spLocks noGrp="1"/>
          </p:cNvSpPr>
          <p:nvPr/>
        </p:nvSpPr>
        <p:spPr>
          <a:xfrm>
            <a:off x="6269355" y="1523365"/>
            <a:ext cx="5225415" cy="2803525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r>
              <a:rPr b="1"/>
              <a:t>Day &amp; hour engagement</a:t>
            </a:r>
            <a:endParaRPr b="1"/>
          </a:p>
          <a:p>
            <a:r>
              <a:t>The clicks heatmap shows activity concentrated from morning through early evening, with the darkest cell on Monday morning. Friday and Saturday also show engagement.</a:t>
            </a:r>
          </a:p>
          <a:p/>
          <a:p/>
        </p:txBody>
      </p:sp>
      <p:pic>
        <p:nvPicPr>
          <p:cNvPr id="10" name="Picture 2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33262" y="1226820"/>
            <a:ext cx="5485456" cy="430276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6" name="Title 5"/>
          <p:cNvSpPr>
            <a:spLocks noGrp="1"/>
          </p:cNvSpPr>
          <p:nvPr>
            <p:ph type="title"/>
          </p:nvPr>
        </p:nvSpPr>
        <p:spPr/>
        <p:txBody>
          <a:bodyPr vert="horz" wrap="square" lIns="0" tIns="0" rIns="0" bIns="0" anchor="b">
            <a:normAutofit/>
          </a:bodyPr>
          <a:lstStyle>
            <a:lvl1pPr>
              <a:buNone/>
              <a:defRPr>
                <a:latin typeface="+mj-lt"/>
                <a:ea typeface="+mj-lt"/>
                <a:cs typeface="+mj-lt"/>
              </a:defRPr>
            </a:lvl1pPr>
          </a:lstStyle>
          <a:p>
            <a:pPr lvl="0" algn="l">
              <a:buClrTx/>
              <a:buSzTx/>
              <a:buFontTx/>
              <a:buNone/>
            </a:pPr>
            <a:r>
              <a:t>Locations - September 2026</a:t>
            </a:r>
          </a:p>
        </p:txBody>
      </p:sp>
      <p:sp>
        <p:nvSpPr>
          <p:cNvPr id="4" name="Text Box 3"/>
          <p:cNvSpPr>
            <a:spLocks noGrp="1"/>
          </p:cNvSpPr>
          <p:nvPr/>
        </p:nvSpPr>
        <p:spPr>
          <a:xfrm>
            <a:off x="6780530" y="1388110"/>
            <a:ext cx="5140960" cy="396938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indent="0">
              <a:buFont typeface="Arial" panose="020B0604020202020204"/>
              <a:buNone/>
            </a:pPr>
            <a:r>
              <a:rPr b="1"/>
              <a:t>Regional performance</a:t>
            </a:r>
            <a:endParaRPr b="1"/>
          </a:p>
          <a:p>
            <a:pPr marL="285750" indent="-285750">
              <a:buFont typeface="Arial" panose="020B0604020202020204"/>
              <a:buChar char="•"/>
            </a:pPr>
            <a:r>
              <a:t>California generated 10 conversions at $116.49 CPL. Silicon Valley generated 1 at $159.72. San Francisco Bay Area generated 2 at $329.03.</a:t>
            </a:r>
          </a:p>
          <a:p>
            <a:pPr marL="285750" indent="-285750">
              <a:buFont typeface="Arial" panose="020B0604020202020204"/>
              <a:buChar char="•"/>
            </a:pPr>
          </a:p>
          <a:p>
            <a:pPr indent="0">
              <a:buFont typeface="Arial" panose="020B0604020202020204"/>
              <a:buNone/>
            </a:pPr>
            <a:r>
              <a:rPr b="1"/>
              <a:t>Efficiency</a:t>
            </a:r>
          </a:p>
          <a:p>
            <a:pPr marL="285750" indent="-285750">
              <a:buFont typeface="Arial" panose="020B0604020202020204"/>
              <a:buChar char="•"/>
            </a:pPr>
            <a:r>
              <a:t>Bay Area used 33.19% of spend for 15.38% of conversions, making it the highest-CPL reported region.</a:t>
            </a:r>
          </a:p>
          <a:p>
            <a:pPr marL="285750" indent="-285750">
              <a:buFont typeface="Arial" panose="020B0604020202020204"/>
              <a:buChar char="•"/>
            </a:pPr>
          </a:p>
          <a:p>
            <a:pPr indent="0">
              <a:buFont typeface="Arial" panose="020B0604020202020204"/>
              <a:buNone/>
            </a:pPr>
            <a:r>
              <a:rPr b="1"/>
              <a:t>Advisor recommendation</a:t>
            </a:r>
            <a:endParaRPr b="1"/>
          </a:p>
          <a:p>
            <a:pPr marL="285750" indent="-285750">
              <a:buFont typeface="Arial" panose="020B0604020202020204"/>
              <a:buChar char="•"/>
            </a:pPr>
            <a:r>
              <a:t>Review Bay Area search terms for overly broad retail queries before allocating more budget. Regional samples remain small.</a:t>
            </a:r>
          </a:p>
        </p:txBody>
      </p:sp>
      <p:graphicFrame>
        <p:nvGraphicFramePr>
          <p:cNvPr id="10" name="Chart 2"/>
          <p:cNvGraphicFramePr/>
          <p:nvPr/>
        </p:nvGraphicFramePr>
        <p:xfrm>
          <a:off x="694690" y="1327150"/>
          <a:ext cx="6085840" cy="3584575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1"/>
          </a:graphicData>
        </a:graphic>
      </p:graphicFrame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7" name="Title 6"/>
          <p:cNvSpPr>
            <a:spLocks noGrp="1"/>
          </p:cNvSpPr>
          <p:nvPr>
            <p:ph type="title"/>
          </p:nvPr>
        </p:nvSpPr>
        <p:spPr/>
        <p:txBody>
          <a:bodyPr vert="horz" wrap="square" lIns="0" tIns="0" rIns="0" bIns="0" anchor="b">
            <a:normAutofit/>
          </a:bodyPr>
          <a:lstStyle>
            <a:lvl1pPr>
              <a:buNone/>
              <a:defRPr>
                <a:latin typeface="+mj-lt"/>
                <a:ea typeface="+mj-lt"/>
                <a:cs typeface="+mj-lt"/>
              </a:defRPr>
            </a:lvl1pPr>
          </a:lstStyle>
          <a:p>
            <a:pPr lvl="0" algn="l">
              <a:buClrTx/>
              <a:buSzTx/>
              <a:buFontTx/>
              <a:buNone/>
            </a:pPr>
            <a:r>
              <a:t>Conclusion</a:t>
            </a:r>
          </a:p>
        </p:txBody>
      </p:sp>
      <p:sp>
        <p:nvSpPr>
          <p:cNvPr id="2" name="Content Placeholder 3"/>
          <p:cNvSpPr>
            <a:spLocks noGrp="1"/>
          </p:cNvSpPr>
          <p:nvPr/>
        </p:nvSpPr>
        <p:spPr>
          <a:xfrm>
            <a:off x="694690" y="1480185"/>
            <a:ext cx="10800080" cy="2491105"/>
          </a:xfrm>
          <a:prstGeom prst="rect">
            <a:avLst/>
          </a:prstGeom>
        </p:spPr>
        <p:txBody>
          <a:bodyPr vert="horz" wrap="square" lIns="91440" tIns="45720" rIns="91440" bIns="45720">
            <a:normAutofit lnSpcReduction="10000"/>
          </a:bodyPr>
          <a:lstStyle>
            <a:lvl1pPr marL="91440" indent="-91440" algn="l" defTabSz="914400">
              <a:lnSpc>
                <a:spcPct val="85000"/>
              </a:lnSpc>
              <a:spcBef>
                <a:spcPts val="1300"/>
              </a:spcBef>
              <a:buFont typeface="Arial" panose="020B0604020202020204"/>
              <a:buChar char=" "/>
              <a:defRPr sz="24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lt"/>
                <a:cs typeface="+mn-lt"/>
              </a:defRPr>
            </a:lvl1pPr>
            <a:lvl2pPr marL="347345" indent="-342900" algn="l" defTabSz="914400">
              <a:lnSpc>
                <a:spcPct val="85000"/>
              </a:lnSpc>
              <a:spcBef>
                <a:spcPts val="600"/>
              </a:spcBef>
              <a:buFont typeface="Arial" panose="020B0604020202020204"/>
              <a:buChar char=" "/>
              <a:defRPr sz="24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lt"/>
                <a:cs typeface="+mn-lt"/>
              </a:defRPr>
            </a:lvl2pPr>
            <a:lvl3pPr marL="548640" indent="-548640" algn="l" defTabSz="914400">
              <a:lnSpc>
                <a:spcPct val="85000"/>
              </a:lnSpc>
              <a:spcBef>
                <a:spcPts val="600"/>
              </a:spcBef>
              <a:buFont typeface="Arial" panose="020B0604020202020204"/>
              <a:buChar char=" "/>
              <a:defRPr sz="2000" i="1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lt"/>
                <a:cs typeface="+mn-lt"/>
              </a:defRPr>
            </a:lvl3pPr>
            <a:lvl4pPr marL="822960" indent="-822960" algn="l" defTabSz="914400">
              <a:lnSpc>
                <a:spcPct val="85000"/>
              </a:lnSpc>
              <a:spcBef>
                <a:spcPts val="600"/>
              </a:spcBef>
              <a:buFont typeface="Arial" panose="020B0604020202020204"/>
              <a:buChar char=" "/>
              <a:defRPr sz="18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lt"/>
                <a:cs typeface="+mn-lt"/>
              </a:defRPr>
            </a:lvl4pPr>
            <a:lvl5pPr marL="1097280" indent="-1097280" algn="l" defTabSz="914400">
              <a:lnSpc>
                <a:spcPct val="85000"/>
              </a:lnSpc>
              <a:spcBef>
                <a:spcPts val="600"/>
              </a:spcBef>
              <a:buFont typeface="Arial" panose="020B0604020202020204"/>
              <a:buChar char=" "/>
              <a:defRPr sz="18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lt"/>
                <a:cs typeface="+mn-lt"/>
              </a:defRPr>
            </a:lvl5pPr>
            <a:lvl6pPr marL="1200150" indent="-228600" algn="l" defTabSz="914400">
              <a:lnSpc>
                <a:spcPct val="85000"/>
              </a:lnSpc>
              <a:spcBef>
                <a:spcPts val="600"/>
              </a:spcBef>
              <a:buFont typeface="Arial" panose="020B0604020202020204"/>
              <a:buChar char=" "/>
              <a:defRPr sz="18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lt"/>
                <a:cs typeface="+mn-lt"/>
              </a:defRPr>
            </a:lvl6pPr>
            <a:lvl7pPr marL="1400175" indent="-228600" algn="l" defTabSz="914400">
              <a:lnSpc>
                <a:spcPct val="85000"/>
              </a:lnSpc>
              <a:spcBef>
                <a:spcPts val="600"/>
              </a:spcBef>
              <a:buFont typeface="Arial" panose="020B0604020202020204"/>
              <a:buChar char=" "/>
              <a:defRPr sz="18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lt"/>
                <a:cs typeface="+mn-lt"/>
              </a:defRPr>
            </a:lvl7pPr>
            <a:lvl8pPr marL="1600200" indent="-228600" algn="l" defTabSz="914400">
              <a:lnSpc>
                <a:spcPct val="85000"/>
              </a:lnSpc>
              <a:spcBef>
                <a:spcPts val="600"/>
              </a:spcBef>
              <a:buFont typeface="Arial" panose="020B0604020202020204"/>
              <a:buChar char=" "/>
              <a:defRPr sz="18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lt"/>
                <a:cs typeface="+mn-lt"/>
              </a:defRPr>
            </a:lvl8pPr>
            <a:lvl9pPr marL="1800225" indent="-228600" algn="l" defTabSz="914400">
              <a:lnSpc>
                <a:spcPct val="85000"/>
              </a:lnSpc>
              <a:spcBef>
                <a:spcPts val="600"/>
              </a:spcBef>
              <a:buFont typeface="Arial" panose="020B0604020202020204"/>
              <a:buChar char=" "/>
              <a:defRPr sz="18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lt"/>
                <a:cs typeface="+mn-lt"/>
              </a:defRPr>
            </a:lvl9pPr>
          </a:lstStyle>
          <a:p>
            <a:pPr marL="457200" indent="-457200">
              <a:buAutoNum type="arabicPeriod"/>
            </a:pPr>
            <a:r>
              <a:rPr lang="en-US">
                <a:solidFill>
                  <a:schemeClr val="tx1"/>
                </a:solidFill>
              </a:rPr>
              <a:t>In September, our traffic greatly increased with CPC reduced 46% and impression increased 4.4%.</a:t>
            </a:r>
            <a:endParaRPr lang="en-US">
              <a:solidFill>
                <a:schemeClr val="tx1"/>
              </a:solidFill>
            </a:endParaRPr>
          </a:p>
          <a:p>
            <a:pPr marL="457200" indent="-457200">
              <a:buAutoNum type="arabicPeriod"/>
            </a:pPr>
            <a:r>
              <a:rPr lang="en-US">
                <a:solidFill>
                  <a:schemeClr val="tx1"/>
                </a:solidFill>
              </a:rPr>
              <a:t>Our performance slightly increased as well, CPL reduced 7.5%.</a:t>
            </a:r>
            <a:endParaRPr lang="en-US">
              <a:solidFill>
                <a:schemeClr val="tx1"/>
              </a:solidFill>
            </a:endParaRPr>
          </a:p>
          <a:p>
            <a:pPr marL="457200" indent="-457200">
              <a:buAutoNum type="arabicPeriod"/>
            </a:pPr>
            <a:r>
              <a:rPr lang="en-US">
                <a:solidFill>
                  <a:schemeClr val="tx1"/>
                </a:solidFill>
              </a:rPr>
              <a:t>In next month, we will exclude 18-24 group.</a:t>
            </a:r>
            <a:endParaRPr lang="en-US">
              <a:solidFill>
                <a:schemeClr val="tx1"/>
              </a:solidFill>
            </a:endParaRPr>
          </a:p>
          <a:p>
            <a:pPr marL="457200" indent="-457200">
              <a:buAutoNum type="arabicPeriod"/>
            </a:pPr>
            <a:r>
              <a:rPr lang="en-US">
                <a:solidFill>
                  <a:schemeClr val="tx1"/>
                </a:solidFill>
              </a:rPr>
              <a:t>Consider turning off or split campaign for bay area as this location has the lowest performance</a:t>
            </a:r>
            <a:endParaRPr lang="en-US">
              <a:solidFill>
                <a:schemeClr val="tx1"/>
              </a:solidFill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Metropolitan">
  <a:themeElements>
    <a:clrScheme name="Metropolitan">
      <a:dk1>
        <a:sysClr val="windowText" lastClr="000000"/>
      </a:dk1>
      <a:lt1>
        <a:sysClr val="window" lastClr="FFFFFF"/>
      </a:lt1>
      <a:dk2>
        <a:srgbClr val="162F33"/>
      </a:dk2>
      <a:lt2>
        <a:srgbClr val="EAF0E0"/>
      </a:lt2>
      <a:accent1>
        <a:srgbClr val="50B4C8"/>
      </a:accent1>
      <a:accent2>
        <a:srgbClr val="A8B97F"/>
      </a:accent2>
      <a:accent3>
        <a:srgbClr val="9B9256"/>
      </a:accent3>
      <a:accent4>
        <a:srgbClr val="657689"/>
      </a:accent4>
      <a:accent5>
        <a:srgbClr val="7A855D"/>
      </a:accent5>
      <a:accent6>
        <a:srgbClr val="84AC9D"/>
      </a:accent6>
      <a:hlink>
        <a:srgbClr val="2370CD"/>
      </a:hlink>
      <a:folHlink>
        <a:srgbClr val="877589"/>
      </a:folHlink>
    </a:clrScheme>
    <a:fontScheme name="Metropolitan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inorFont>
    </a:fontScheme>
    <a:fmtScheme name="Metropolitan">
      <a:fillStyleLst>
        <a:solidFill>
          <a:schemeClr val="phClr"/>
        </a:solidFill>
        <a:gradFill rotWithShape="1">
          <a:gsLst>
            <a:gs pos="0">
              <a:schemeClr val="phClr">
                <a:tint val="70000"/>
                <a:lumMod val="110000"/>
                <a:satMod val="100000"/>
              </a:schemeClr>
            </a:gs>
            <a:gs pos="50000">
              <a:schemeClr val="phClr">
                <a:tint val="75000"/>
                <a:lumMod val="105000"/>
                <a:satMod val="101000"/>
              </a:schemeClr>
            </a:gs>
            <a:gs pos="100000">
              <a:schemeClr val="phClr">
                <a:tint val="82000"/>
                <a:lumMod val="105000"/>
                <a:satMod val="104000"/>
              </a:schemeClr>
            </a:gs>
          </a:gsLst>
          <a:lin ang="2700000" scaled="0"/>
        </a:gradFill>
        <a:gradFill rotWithShape="1">
          <a:gsLst>
            <a:gs pos="0">
              <a:schemeClr val="phClr">
                <a:tint val="97000"/>
                <a:lumMod val="102000"/>
                <a:satMod val="100000"/>
              </a:schemeClr>
            </a:gs>
            <a:gs pos="50000">
              <a:schemeClr val="phClr">
                <a:shade val="100000"/>
                <a:lumMod val="100000"/>
                <a:satMod val="100000"/>
              </a:schemeClr>
            </a:gs>
            <a:gs pos="100000">
              <a:schemeClr val="phClr">
                <a:shade val="80000"/>
                <a:lumMod val="99000"/>
                <a:satMod val="100000"/>
              </a:schemeClr>
            </a:gs>
          </a:gsLst>
          <a:lin ang="2700000" scaled="0"/>
        </a:gradFill>
      </a:fillStyleLst>
      <a:lnStyleLst>
        <a:ln w="9525">
          <a:solidFill>
            <a:schemeClr val="phClr"/>
          </a:solidFill>
          <a:prstDash val="solid"/>
        </a:ln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solidFill>
          <a:schemeClr val="phClr">
            <a:shade val="95000"/>
            <a:satMod val="170000"/>
          </a:schemeClr>
        </a:soli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1_Office Theme">
  <a:themeElements>
    <a:clrScheme name="自定义 89">
      <a:dk1>
        <a:srgbClr val="000000"/>
      </a:dk1>
      <a:lt1>
        <a:srgbClr val="FFFFFF"/>
      </a:lt1>
      <a:dk2>
        <a:srgbClr val="000000"/>
      </a:dk2>
      <a:lt2>
        <a:srgbClr val="FFFFFF"/>
      </a:lt2>
      <a:accent1>
        <a:srgbClr val="FFC000"/>
      </a:accent1>
      <a:accent2>
        <a:srgbClr val="FF7A00"/>
      </a:accent2>
      <a:accent3>
        <a:srgbClr val="FF9900"/>
      </a:accent3>
      <a:accent4>
        <a:srgbClr val="75BD42"/>
      </a:accent4>
      <a:accent5>
        <a:srgbClr val="30C0B4"/>
      </a:accent5>
      <a:accent6>
        <a:srgbClr val="E54C5E"/>
      </a:accent6>
      <a:hlink>
        <a:srgbClr val="658BD5"/>
      </a:hlink>
      <a:folHlink>
        <a:srgbClr val="A16AA5"/>
      </a:folHlink>
    </a:clrScheme>
    <a:fontScheme name="字体-简约">
      <a:majorFont>
        <a:latin typeface="Calibri"/>
        <a:ea typeface="Calibri"/>
        <a:cs typeface=""/>
      </a:majorFont>
      <a:minorFont>
        <a:latin typeface="Calibri"/>
        <a:ea typeface="Calibri"/>
        <a:cs typeface=""/>
      </a:minorFont>
    </a:fontScheme>
    <a:fmtScheme name="自定义 89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6350">
          <a:solidFill>
            <a:schemeClr val="phClr"/>
          </a:solidFill>
          <a:prstDash val="solid"/>
        </a:ln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Metropolitan">
  <a:themeElements>
    <a:clrScheme name="Metropolitan">
      <a:dk1>
        <a:sysClr val="windowText" lastClr="000000"/>
      </a:dk1>
      <a:lt1>
        <a:sysClr val="window" lastClr="FFFFFF"/>
      </a:lt1>
      <a:dk2>
        <a:srgbClr val="162F33"/>
      </a:dk2>
      <a:lt2>
        <a:srgbClr val="EAF0E0"/>
      </a:lt2>
      <a:accent1>
        <a:srgbClr val="50B4C8"/>
      </a:accent1>
      <a:accent2>
        <a:srgbClr val="A8B97F"/>
      </a:accent2>
      <a:accent3>
        <a:srgbClr val="9B9256"/>
      </a:accent3>
      <a:accent4>
        <a:srgbClr val="657689"/>
      </a:accent4>
      <a:accent5>
        <a:srgbClr val="7A855D"/>
      </a:accent5>
      <a:accent6>
        <a:srgbClr val="84AC9D"/>
      </a:accent6>
      <a:hlink>
        <a:srgbClr val="2370CD"/>
      </a:hlink>
      <a:folHlink>
        <a:srgbClr val="877589"/>
      </a:folHlink>
    </a:clrScheme>
    <a:fontScheme name="Metropolitan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inorFont>
    </a:fontScheme>
    <a:fmtScheme name="Metropolitan">
      <a:fillStyleLst>
        <a:solidFill>
          <a:schemeClr val="phClr"/>
        </a:solidFill>
        <a:gradFill rotWithShape="1">
          <a:gsLst>
            <a:gs pos="0">
              <a:schemeClr val="phClr">
                <a:tint val="70000"/>
                <a:lumMod val="110000"/>
                <a:satMod val="100000"/>
              </a:schemeClr>
            </a:gs>
            <a:gs pos="50000">
              <a:schemeClr val="phClr">
                <a:tint val="75000"/>
                <a:lumMod val="105000"/>
                <a:satMod val="101000"/>
              </a:schemeClr>
            </a:gs>
            <a:gs pos="100000">
              <a:schemeClr val="phClr">
                <a:tint val="82000"/>
                <a:lumMod val="105000"/>
                <a:satMod val="104000"/>
              </a:schemeClr>
            </a:gs>
          </a:gsLst>
          <a:lin ang="2700000" scaled="0"/>
        </a:gradFill>
        <a:gradFill rotWithShape="1">
          <a:gsLst>
            <a:gs pos="0">
              <a:schemeClr val="phClr">
                <a:tint val="97000"/>
                <a:lumMod val="102000"/>
                <a:satMod val="100000"/>
              </a:schemeClr>
            </a:gs>
            <a:gs pos="50000">
              <a:schemeClr val="phClr">
                <a:shade val="100000"/>
                <a:lumMod val="100000"/>
                <a:satMod val="100000"/>
              </a:schemeClr>
            </a:gs>
            <a:gs pos="100000">
              <a:schemeClr val="phClr">
                <a:shade val="80000"/>
                <a:lumMod val="99000"/>
                <a:satMod val="100000"/>
              </a:schemeClr>
            </a:gs>
          </a:gsLst>
          <a:lin ang="2700000" scaled="0"/>
        </a:gradFill>
      </a:fillStyleLst>
      <a:lnStyleLst>
        <a:ln w="9525">
          <a:solidFill>
            <a:schemeClr val="phClr"/>
          </a:solidFill>
          <a:prstDash val="solid"/>
        </a:ln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solidFill>
          <a:schemeClr val="phClr">
            <a:shade val="95000"/>
            <a:satMod val="170000"/>
          </a:schemeClr>
        </a:soli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3937</Words>
  <Application>WPS Presentation</Application>
  <PresentationFormat>Converted Presentation</PresentationFormat>
  <Paragraphs>396</Paragraphs>
  <Slides>11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9</vt:i4>
      </vt:variant>
      <vt:variant>
        <vt:lpstr>主题</vt:lpstr>
      </vt:variant>
      <vt:variant>
        <vt:i4>2</vt:i4>
      </vt:variant>
      <vt:variant>
        <vt:lpstr>幻灯片标题</vt:lpstr>
      </vt:variant>
      <vt:variant>
        <vt:i4>11</vt:i4>
      </vt:variant>
    </vt:vector>
  </HeadingPairs>
  <TitlesOfParts>
    <vt:vector size="22" baseType="lpstr">
      <vt:lpstr>Arial</vt:lpstr>
      <vt:lpstr>SimSun</vt:lpstr>
      <vt:lpstr>Wingdings</vt:lpstr>
      <vt:lpstr>Arial</vt:lpstr>
      <vt:lpstr>Calibri</vt:lpstr>
      <vt:lpstr>Microsoft YaHei</vt:lpstr>
      <vt:lpstr>Arial Unicode MS</vt:lpstr>
      <vt:lpstr>Calibri Light</vt:lpstr>
      <vt:lpstr>Calibri</vt:lpstr>
      <vt:lpstr>Metropolitan</vt:lpstr>
      <vt:lpstr>1_Office Theme</vt:lpstr>
      <vt:lpstr>Monthly Report  Larson Packaging Company Pelican Group</vt:lpstr>
      <vt:lpstr>Account overview</vt:lpstr>
      <vt:lpstr>Account overview</vt:lpstr>
      <vt:lpstr>Keyword Analytics: Pelican Group</vt:lpstr>
      <vt:lpstr>Keyword Analytics: Pelican Group</vt:lpstr>
      <vt:lpstr>Domain overview: Customcase</vt:lpstr>
      <vt:lpstr>Age and gender report</vt:lpstr>
      <vt:lpstr>Device Report</vt:lpstr>
      <vt:lpstr>Ad schedule report</vt:lpstr>
      <vt:lpstr>Locations - September 2026</vt:lpstr>
      <vt:lpstr>Conclusion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Monthly Report  Larson Packaging Company Pelican Group</dc:title>
  <dc:creator>Walnut Exporter</dc:creator>
  <cp:lastModifiedBy>thạch phạm</cp:lastModifiedBy>
  <cp:revision>2</cp:revision>
  <dcterms:created xsi:type="dcterms:W3CDTF">2026-10-07T02:18:18Z</dcterms:created>
  <dcterms:modified xsi:type="dcterms:W3CDTF">2026-10-07T02:19:01Z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1033-12.1.0.24752</vt:lpwstr>
  </property>
  <property fmtid="{D5CDD505-2E9C-101B-9397-08002B2CF9AE}" pid="3" name="ICV">
    <vt:lpwstr>EAC37A09E5D54C1D8F6E42A6867C1BC8_13</vt:lpwstr>
  </property>
</Properties>
</file>